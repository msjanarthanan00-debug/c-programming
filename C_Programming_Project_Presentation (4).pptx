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theme/_rels/theme1.xml.rels" ContentType="application/vnd.openxmlformats-package.relationships+xml"/>
  <Override PartName="/ppt/media/image1.jpeg" ContentType="image/jpeg"/>
  <Override PartName="/ppt/media/image2.png" ContentType="image/png"/>
  <Override PartName="/ppt/media/image3.jpeg" ContentType="image/jpeg"/>
  <Override PartName="/ppt/media/image5.png" ContentType="image/png"/>
  <Override PartName="/ppt/media/image4.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0" name="Straight Connector 6"/>
          <p:cNvCxnSpPr/>
          <p:nvPr/>
        </p:nvCxnSpPr>
        <p:spPr>
          <a:xfrm flipV="1">
            <a:off x="761760" y="826200"/>
            <a:ext cx="720" cy="915120"/>
          </a:xfrm>
          <a:prstGeom prst="straightConnector1">
            <a:avLst/>
          </a:prstGeom>
          <a:ln w="19050">
            <a:solidFill>
              <a:srgbClr val="1cade4"/>
            </a:solidFill>
            <a:round/>
          </a:ln>
        </p:spPr>
      </p:cxnSp>
      <p:sp>
        <p:nvSpPr>
          <p:cNvPr id="1" name="PlaceHolder 1"/>
          <p:cNvSpPr>
            <a:spLocks noGrp="1"/>
          </p:cNvSpPr>
          <p:nvPr>
            <p:ph type="dt" idx="1"/>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b="0" lang="en-US" sz="1000" strike="noStrike" u="none">
                <a:solidFill>
                  <a:schemeClr val="dk1">
                    <a:lumMod val="95000"/>
                    <a:lumOff val="5000"/>
                  </a:schemeClr>
                </a:solidFill>
                <a:effectLst/>
                <a:uFillTx/>
                <a:latin typeface="Tw Cen MT Condensed"/>
              </a:rPr>
              <a:t> </a:t>
            </a:r>
            <a:endParaRPr b="0" lang="en-IN" sz="1000" strike="noStrike" u="none">
              <a:solidFill>
                <a:srgbClr val="000000"/>
              </a:solidFill>
              <a:effectLst/>
              <a:uFillTx/>
              <a:latin typeface="Times New Roman"/>
            </a:endParaRPr>
          </a:p>
        </p:txBody>
      </p:sp>
      <p:sp>
        <p:nvSpPr>
          <p:cNvPr id="2" name="PlaceHolder 2"/>
          <p:cNvSpPr>
            <a:spLocks noGrp="1"/>
          </p:cNvSpPr>
          <p:nvPr>
            <p:ph type="ftr" idx="2"/>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 </a:t>
            </a:r>
            <a:endParaRPr b="0" lang="en-IN" sz="1400" strike="noStrike" u="none">
              <a:solidFill>
                <a:srgbClr val="000000"/>
              </a:solidFill>
              <a:effectLst/>
              <a:uFillTx/>
              <a:latin typeface="Times New Roman"/>
            </a:endParaRPr>
          </a:p>
        </p:txBody>
      </p:sp>
      <p:sp>
        <p:nvSpPr>
          <p:cNvPr id="3" name="PlaceHolder 3"/>
          <p:cNvSpPr>
            <a:spLocks noGrp="1"/>
          </p:cNvSpPr>
          <p:nvPr>
            <p:ph type="sldNum" idx="3"/>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58AB1F09-EA61-42C6-9B37-6C19C7E7D4F0}" type="slidenum">
              <a:rPr b="0" lang="en-US" sz="1000" strike="noStrike" u="none">
                <a:solidFill>
                  <a:schemeClr val="dk1">
                    <a:lumMod val="95000"/>
                    <a:lumOff val="5000"/>
                  </a:schemeClr>
                </a:solidFill>
                <a:effectLst/>
                <a:uFillTx/>
                <a:latin typeface="Tw Cen MT Condensed"/>
              </a:rPr>
              <a:t>1</a:t>
            </a:fld>
            <a:endParaRPr b="0" lang="en-IN" sz="10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4" name="Straight Connector 6"/>
          <p:cNvCxnSpPr/>
          <p:nvPr/>
        </p:nvCxnSpPr>
        <p:spPr>
          <a:xfrm flipV="1">
            <a:off x="761760" y="826200"/>
            <a:ext cx="720" cy="915120"/>
          </a:xfrm>
          <a:prstGeom prst="straightConnector1">
            <a:avLst/>
          </a:prstGeom>
          <a:ln w="19050">
            <a:solidFill>
              <a:srgbClr val="1cade4"/>
            </a:solidFill>
            <a:round/>
          </a:ln>
        </p:spPr>
      </p:cxnSp>
      <p:sp>
        <p:nvSpPr>
          <p:cNvPr id="5" name="PlaceHolder 1"/>
          <p:cNvSpPr>
            <a:spLocks noGrp="1"/>
          </p:cNvSpPr>
          <p:nvPr>
            <p:ph type="title"/>
          </p:nvPr>
        </p:nvSpPr>
        <p:spPr>
          <a:xfrm>
            <a:off x="1024200" y="471600"/>
            <a:ext cx="4388400" cy="1736640"/>
          </a:xfrm>
          <a:prstGeom prst="rect">
            <a:avLst/>
          </a:prstGeom>
          <a:noFill/>
          <a:ln w="0">
            <a:noFill/>
          </a:ln>
        </p:spPr>
        <p:txBody>
          <a:bodyPr lIns="91440" rIns="91440" tIns="45720" bIns="45720" anchor="ctr">
            <a:noAutofit/>
          </a:bodyPr>
          <a:p>
            <a:pPr indent="0" defTabSz="914400">
              <a:lnSpc>
                <a:spcPct val="80000"/>
              </a:lnSpc>
              <a:buNone/>
              <a:tabLst>
                <a:tab algn="l" pos="0"/>
              </a:tabLst>
            </a:pPr>
            <a:r>
              <a:rPr b="0" lang="en-US" sz="4000" spc="99" strike="noStrike" u="none" cap="all">
                <a:solidFill>
                  <a:schemeClr val="dk1">
                    <a:lumMod val="95000"/>
                    <a:lumOff val="5000"/>
                  </a:schemeClr>
                </a:solidFill>
                <a:effectLst/>
                <a:uFillTx/>
                <a:latin typeface="Tw Cen MT Condensed"/>
              </a:rPr>
              <a:t>Click to edit Master title style</a:t>
            </a:r>
            <a:endParaRPr b="0" lang="en-IN" sz="4000" strike="noStrike" u="none">
              <a:solidFill>
                <a:srgbClr val="000000"/>
              </a:solidFill>
              <a:effectLst/>
              <a:uFillTx/>
              <a:latin typeface="Arial"/>
            </a:endParaRPr>
          </a:p>
        </p:txBody>
      </p:sp>
      <p:sp>
        <p:nvSpPr>
          <p:cNvPr id="6" name="PlaceHolder 2"/>
          <p:cNvSpPr>
            <a:spLocks noGrp="1"/>
          </p:cNvSpPr>
          <p:nvPr>
            <p:ph type="body"/>
          </p:nvPr>
        </p:nvSpPr>
        <p:spPr>
          <a:xfrm>
            <a:off x="5715000" y="822960"/>
            <a:ext cx="5677560" cy="518400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b="0" lang="en-US" sz="2400" strike="noStrike" u="none">
                <a:solidFill>
                  <a:schemeClr val="dk1"/>
                </a:solidFill>
                <a:effectLst/>
                <a:uFillTx/>
                <a:latin typeface="Tw Cen MT"/>
              </a:rPr>
              <a:t>Click to edit Master text styles</a:t>
            </a:r>
            <a:endParaRPr b="0" lang="en-IN" sz="2400" strike="noStrike" u="none">
              <a:solidFill>
                <a:srgbClr val="000000"/>
              </a:solidFill>
              <a:effectLst/>
              <a:uFillTx/>
              <a:latin typeface="Arial"/>
            </a:endParaRPr>
          </a:p>
          <a:p>
            <a:pPr lvl="1" marL="265320" indent="-137160" defTabSz="914400">
              <a:lnSpc>
                <a:spcPct val="90000"/>
              </a:lnSpc>
              <a:spcBef>
                <a:spcPts val="201"/>
              </a:spcBef>
              <a:spcAft>
                <a:spcPts val="400"/>
              </a:spcAft>
              <a:buClr>
                <a:srgbClr val="1cade4"/>
              </a:buClr>
              <a:buFont typeface="Wingdings 3" charset="2"/>
              <a:buChar char=""/>
            </a:pPr>
            <a:r>
              <a:rPr b="0" lang="en-US" sz="2000" strike="noStrike" u="none">
                <a:solidFill>
                  <a:schemeClr val="dk1"/>
                </a:solidFill>
                <a:effectLst/>
                <a:uFillTx/>
                <a:latin typeface="Tw Cen MT"/>
              </a:rPr>
              <a:t>Second level</a:t>
            </a:r>
            <a:endParaRPr b="0" lang="en-IN" sz="2000" strike="noStrike" u="none">
              <a:solidFill>
                <a:srgbClr val="000000"/>
              </a:solidFill>
              <a:effectLst/>
              <a:uFillTx/>
              <a:latin typeface="Arial"/>
            </a:endParaRPr>
          </a:p>
          <a:p>
            <a:pPr lvl="2" marL="448200" indent="-137160" defTabSz="914400">
              <a:lnSpc>
                <a:spcPct val="90000"/>
              </a:lnSpc>
              <a:spcBef>
                <a:spcPts val="201"/>
              </a:spcBef>
              <a:spcAft>
                <a:spcPts val="400"/>
              </a:spcAft>
              <a:buClr>
                <a:srgbClr val="1cade4"/>
              </a:buClr>
              <a:buFont typeface="Wingdings 3" charset="2"/>
              <a:buChar char=""/>
            </a:pPr>
            <a:r>
              <a:rPr b="0" lang="en-US" sz="1600" strike="noStrike" u="none">
                <a:solidFill>
                  <a:schemeClr val="dk1"/>
                </a:solidFill>
                <a:effectLst/>
                <a:uFillTx/>
                <a:latin typeface="Tw Cen MT"/>
              </a:rPr>
              <a:t>Third level</a:t>
            </a:r>
            <a:endParaRPr b="0" lang="en-IN" sz="1600" strike="noStrike" u="none">
              <a:solidFill>
                <a:srgbClr val="000000"/>
              </a:solidFill>
              <a:effectLst/>
              <a:uFillTx/>
              <a:latin typeface="Arial"/>
            </a:endParaRPr>
          </a:p>
          <a:p>
            <a:pPr lvl="3" marL="594360" indent="-137160" defTabSz="914400">
              <a:lnSpc>
                <a:spcPct val="90000"/>
              </a:lnSpc>
              <a:spcBef>
                <a:spcPts val="201"/>
              </a:spcBef>
              <a:spcAft>
                <a:spcPts val="400"/>
              </a:spcAft>
              <a:buClr>
                <a:srgbClr val="1cade4"/>
              </a:buClr>
              <a:buFont typeface="Wingdings 3" charset="2"/>
              <a:buChar char=""/>
            </a:pPr>
            <a:r>
              <a:rPr b="0" lang="en-US" sz="1600" strike="noStrike" u="none">
                <a:solidFill>
                  <a:schemeClr val="dk1"/>
                </a:solidFill>
                <a:effectLst/>
                <a:uFillTx/>
                <a:latin typeface="Tw Cen MT"/>
              </a:rPr>
              <a:t>Fourth level</a:t>
            </a:r>
            <a:endParaRPr b="0" lang="en-IN" sz="1600" strike="noStrike" u="none">
              <a:solidFill>
                <a:srgbClr val="000000"/>
              </a:solidFill>
              <a:effectLst/>
              <a:uFillTx/>
              <a:latin typeface="Arial"/>
            </a:endParaRPr>
          </a:p>
          <a:p>
            <a:pPr lvl="4" marL="777240" indent="-137160" defTabSz="914400">
              <a:lnSpc>
                <a:spcPct val="90000"/>
              </a:lnSpc>
              <a:spcBef>
                <a:spcPts val="201"/>
              </a:spcBef>
              <a:spcAft>
                <a:spcPts val="400"/>
              </a:spcAft>
              <a:buClr>
                <a:srgbClr val="1cade4"/>
              </a:buClr>
              <a:buFont typeface="Wingdings 3" charset="2"/>
              <a:buChar char=""/>
            </a:pPr>
            <a:r>
              <a:rPr b="0" lang="en-US" sz="1600" strike="noStrike" u="none">
                <a:solidFill>
                  <a:schemeClr val="dk1"/>
                </a:solidFill>
                <a:effectLst/>
                <a:uFillTx/>
                <a:latin typeface="Tw Cen MT"/>
              </a:rPr>
              <a:t>Fifth level</a:t>
            </a:r>
            <a:endParaRPr b="0" lang="en-IN" sz="1600" strike="noStrike" u="none">
              <a:solidFill>
                <a:srgbClr val="000000"/>
              </a:solidFill>
              <a:effectLst/>
              <a:uFillTx/>
              <a:latin typeface="Arial"/>
            </a:endParaRPr>
          </a:p>
        </p:txBody>
      </p:sp>
      <p:sp>
        <p:nvSpPr>
          <p:cNvPr id="7" name="PlaceHolder 3"/>
          <p:cNvSpPr>
            <a:spLocks noGrp="1"/>
          </p:cNvSpPr>
          <p:nvPr>
            <p:ph type="body"/>
          </p:nvPr>
        </p:nvSpPr>
        <p:spPr>
          <a:xfrm>
            <a:off x="1024200" y="2257560"/>
            <a:ext cx="4388400" cy="3761640"/>
          </a:xfrm>
          <a:prstGeom prst="rect">
            <a:avLst/>
          </a:prstGeom>
          <a:noFill/>
          <a:ln w="0">
            <a:noFill/>
          </a:ln>
        </p:spPr>
        <p:txBody>
          <a:bodyPr lIns="91440" rIns="91440" tIns="45720" bIns="45720" anchor="t">
            <a:normAutofit/>
          </a:bodyPr>
          <a:p>
            <a:pPr indent="0" defTabSz="914400">
              <a:lnSpc>
                <a:spcPct val="108000"/>
              </a:lnSpc>
              <a:spcBef>
                <a:spcPts val="601"/>
              </a:spcBef>
              <a:spcAft>
                <a:spcPts val="201"/>
              </a:spcAft>
              <a:buNone/>
              <a:tabLst>
                <a:tab algn="l" pos="0"/>
              </a:tabLst>
            </a:pPr>
            <a:r>
              <a:rPr b="0" lang="en-US" sz="1600" strike="noStrike" u="none">
                <a:solidFill>
                  <a:schemeClr val="dk1"/>
                </a:solidFill>
                <a:effectLst/>
                <a:uFillTx/>
                <a:latin typeface="Tw Cen MT"/>
              </a:rPr>
              <a:t>Click to edit Master text styles</a:t>
            </a:r>
            <a:endParaRPr b="0" lang="en-IN" sz="1600" strike="noStrike" u="none">
              <a:solidFill>
                <a:srgbClr val="000000"/>
              </a:solidFill>
              <a:effectLst/>
              <a:uFillTx/>
              <a:latin typeface="Arial"/>
            </a:endParaRPr>
          </a:p>
        </p:txBody>
      </p:sp>
      <p:sp>
        <p:nvSpPr>
          <p:cNvPr id="8" name="PlaceHolder 4"/>
          <p:cNvSpPr>
            <a:spLocks noGrp="1"/>
          </p:cNvSpPr>
          <p:nvPr>
            <p:ph type="dt" idx="4"/>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9" name="PlaceHolder 5"/>
          <p:cNvSpPr>
            <a:spLocks noGrp="1"/>
          </p:cNvSpPr>
          <p:nvPr>
            <p:ph type="ftr" idx="5"/>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0" name="PlaceHolder 6"/>
          <p:cNvSpPr>
            <a:spLocks noGrp="1"/>
          </p:cNvSpPr>
          <p:nvPr>
            <p:ph type="sldNum" idx="6"/>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7A3E20D4-3541-470C-B72B-C594D3AED403}"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11" name="Straight Connector 6"/>
          <p:cNvCxnSpPr/>
          <p:nvPr/>
        </p:nvCxnSpPr>
        <p:spPr>
          <a:xfrm flipV="1">
            <a:off x="761760" y="826200"/>
            <a:ext cx="720" cy="915120"/>
          </a:xfrm>
          <a:prstGeom prst="straightConnector1">
            <a:avLst/>
          </a:prstGeom>
          <a:ln w="19050">
            <a:solidFill>
              <a:srgbClr val="1cade4"/>
            </a:solidFill>
            <a:round/>
          </a:ln>
        </p:spPr>
      </p:cxnSp>
      <p:sp>
        <p:nvSpPr>
          <p:cNvPr id="12" name="PlaceHolder 1"/>
          <p:cNvSpPr>
            <a:spLocks noGrp="1"/>
          </p:cNvSpPr>
          <p:nvPr>
            <p:ph type="title"/>
          </p:nvPr>
        </p:nvSpPr>
        <p:spPr>
          <a:xfrm>
            <a:off x="457200" y="4960080"/>
            <a:ext cx="7771680" cy="1462320"/>
          </a:xfrm>
          <a:prstGeom prst="rect">
            <a:avLst/>
          </a:prstGeom>
          <a:noFill/>
          <a:ln w="0">
            <a:noFill/>
          </a:ln>
        </p:spPr>
        <p:txBody>
          <a:bodyPr lIns="91440" rIns="91440" tIns="45720" bIns="45720" anchor="ctr">
            <a:normAutofit/>
          </a:bodyPr>
          <a:p>
            <a:pPr indent="0" algn="r" defTabSz="914400">
              <a:lnSpc>
                <a:spcPct val="80000"/>
              </a:lnSpc>
              <a:buNone/>
              <a:tabLst>
                <a:tab algn="l" pos="0"/>
              </a:tabLst>
            </a:pPr>
            <a:r>
              <a:rPr b="0" lang="en-US" sz="5000" spc="201" strike="noStrike" u="none" cap="all">
                <a:solidFill>
                  <a:schemeClr val="dk1">
                    <a:lumMod val="95000"/>
                    <a:lumOff val="5000"/>
                  </a:schemeClr>
                </a:solidFill>
                <a:effectLst/>
                <a:uFillTx/>
                <a:latin typeface="Tw Cen MT Condensed"/>
              </a:rPr>
              <a:t>Click to edit Master title style</a:t>
            </a:r>
            <a:endParaRPr b="0" lang="en-IN" sz="5000" strike="noStrike" u="none">
              <a:solidFill>
                <a:srgbClr val="000000"/>
              </a:solidFill>
              <a:effectLst/>
              <a:uFillTx/>
              <a:latin typeface="Arial"/>
            </a:endParaRPr>
          </a:p>
        </p:txBody>
      </p:sp>
      <p:sp>
        <p:nvSpPr>
          <p:cNvPr id="13" name="PlaceHolder 2"/>
          <p:cNvSpPr>
            <a:spLocks noGrp="1"/>
          </p:cNvSpPr>
          <p:nvPr>
            <p:ph type="body"/>
          </p:nvPr>
        </p:nvSpPr>
        <p:spPr>
          <a:xfrm>
            <a:off x="0" y="0"/>
            <a:ext cx="12188160" cy="4571280"/>
          </a:xfrm>
          <a:prstGeom prst="rect">
            <a:avLst/>
          </a:prstGeom>
          <a:solidFill>
            <a:schemeClr val="accent1">
              <a:lumMod val="60000"/>
              <a:lumOff val="40000"/>
            </a:schemeClr>
          </a:solidFill>
          <a:ln w="0">
            <a:noFill/>
          </a:ln>
        </p:spPr>
        <p:txBody>
          <a:bodyPr lIns="457200" rIns="45720" tIns="365760" bIns="45720" anchor="t">
            <a:noAutofit/>
          </a:bodyPr>
          <a:p>
            <a:pPr indent="0" defTabSz="457200">
              <a:lnSpc>
                <a:spcPct val="100000"/>
              </a:lnSpc>
              <a:buNone/>
              <a:tabLst>
                <a:tab algn="l" pos="0"/>
              </a:tabLst>
            </a:pPr>
            <a:r>
              <a:rPr b="0" lang="en-US" sz="3200" strike="noStrike" u="none">
                <a:solidFill>
                  <a:schemeClr val="dk1"/>
                </a:solidFill>
                <a:effectLst/>
                <a:uFillTx/>
                <a:latin typeface="Tw Cen MT"/>
              </a:rPr>
              <a:t>Click icon to add picture</a:t>
            </a:r>
            <a:endParaRPr b="0" lang="en-IN" sz="3200" strike="noStrike" u="none">
              <a:solidFill>
                <a:srgbClr val="000000"/>
              </a:solidFill>
              <a:effectLst/>
              <a:uFillTx/>
              <a:latin typeface="Arial"/>
            </a:endParaRPr>
          </a:p>
        </p:txBody>
      </p:sp>
      <p:sp>
        <p:nvSpPr>
          <p:cNvPr id="14" name="PlaceHolder 3"/>
          <p:cNvSpPr>
            <a:spLocks noGrp="1"/>
          </p:cNvSpPr>
          <p:nvPr>
            <p:ph type="body"/>
          </p:nvPr>
        </p:nvSpPr>
        <p:spPr>
          <a:xfrm>
            <a:off x="8610480" y="4960080"/>
            <a:ext cx="3199680" cy="1462320"/>
          </a:xfrm>
          <a:prstGeom prst="rect">
            <a:avLst/>
          </a:prstGeom>
          <a:noFill/>
          <a:ln w="0">
            <a:noFill/>
          </a:ln>
        </p:spPr>
        <p:txBody>
          <a:bodyPr lIns="91440" rIns="91440" tIns="45720" bIns="45720" anchor="ctr">
            <a:normAutofit/>
          </a:bodyPr>
          <a:p>
            <a:pPr indent="0" defTabSz="914400">
              <a:lnSpc>
                <a:spcPct val="100000"/>
              </a:lnSpc>
              <a:spcAft>
                <a:spcPts val="201"/>
              </a:spcAft>
              <a:buNone/>
              <a:tabLst>
                <a:tab algn="l" pos="0"/>
              </a:tabLst>
            </a:pPr>
            <a:r>
              <a:rPr b="0" lang="en-US" sz="1800" strike="noStrike" u="none">
                <a:solidFill>
                  <a:schemeClr val="dk1">
                    <a:lumMod val="95000"/>
                    <a:lumOff val="5000"/>
                  </a:schemeClr>
                </a:solidFill>
                <a:effectLst/>
                <a:uFillTx/>
                <a:latin typeface="Tw Cen MT"/>
              </a:rPr>
              <a:t>Click to edit Master text styles</a:t>
            </a:r>
            <a:endParaRPr b="0" lang="en-IN" sz="1800" strike="noStrike" u="none">
              <a:solidFill>
                <a:srgbClr val="000000"/>
              </a:solidFill>
              <a:effectLst/>
              <a:uFillTx/>
              <a:latin typeface="Arial"/>
            </a:endParaRPr>
          </a:p>
        </p:txBody>
      </p:sp>
      <p:sp>
        <p:nvSpPr>
          <p:cNvPr id="15" name="PlaceHolder 4"/>
          <p:cNvSpPr>
            <a:spLocks noGrp="1"/>
          </p:cNvSpPr>
          <p:nvPr>
            <p:ph type="dt" idx="7"/>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16" name="PlaceHolder 5"/>
          <p:cNvSpPr>
            <a:spLocks noGrp="1"/>
          </p:cNvSpPr>
          <p:nvPr>
            <p:ph type="ftr" idx="8"/>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7" name="PlaceHolder 6"/>
          <p:cNvSpPr>
            <a:spLocks noGrp="1"/>
          </p:cNvSpPr>
          <p:nvPr>
            <p:ph type="sldNum" idx="9"/>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49865BC3-2BF9-456E-9BA5-5C3524C5B4F0}"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cxnSp>
        <p:nvCxnSpPr>
          <p:cNvPr id="18" name="Straight Connector 7"/>
          <p:cNvCxnSpPr/>
          <p:nvPr/>
        </p:nvCxnSpPr>
        <p:spPr>
          <a:xfrm flipV="1">
            <a:off x="8386560" y="5263920"/>
            <a:ext cx="720" cy="915120"/>
          </a:xfrm>
          <a:prstGeom prst="straightConnector1">
            <a:avLst/>
          </a:prstGeom>
          <a:ln w="19050">
            <a:solidFill>
              <a:srgbClr val="1cade4"/>
            </a:solidFill>
            <a:round/>
          </a:ln>
        </p:spPr>
      </p:cxn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19" name="Straight Connector 6"/>
          <p:cNvCxnSpPr/>
          <p:nvPr/>
        </p:nvCxnSpPr>
        <p:spPr>
          <a:xfrm flipV="1">
            <a:off x="761760" y="826200"/>
            <a:ext cx="720" cy="915120"/>
          </a:xfrm>
          <a:prstGeom prst="straightConnector1">
            <a:avLst/>
          </a:prstGeom>
          <a:ln w="19050">
            <a:solidFill>
              <a:srgbClr val="1cade4"/>
            </a:solidFill>
            <a:round/>
          </a:ln>
        </p:spPr>
      </p:cxnSp>
      <p:sp>
        <p:nvSpPr>
          <p:cNvPr id="20" name="Rectangle 9"/>
          <p:cNvSpPr/>
          <p:nvPr/>
        </p:nvSpPr>
        <p:spPr>
          <a:xfrm>
            <a:off x="0" y="0"/>
            <a:ext cx="12191400" cy="457128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n-IN" sz="1800" strike="noStrike" u="none">
              <a:solidFill>
                <a:srgbClr val="ffffff"/>
              </a:solidFill>
              <a:effectLst/>
              <a:uFillTx/>
              <a:latin typeface="Arial"/>
            </a:endParaRPr>
          </a:p>
        </p:txBody>
      </p:sp>
      <p:sp>
        <p:nvSpPr>
          <p:cNvPr id="21" name="Oval 5"/>
          <p:cNvSpPr/>
          <p:nvPr/>
        </p:nvSpPr>
        <p:spPr>
          <a:xfrm>
            <a:off x="0" y="0"/>
            <a:ext cx="12191400" cy="4571280"/>
          </a:xfrm>
          <a:custGeom>
            <a:avLst/>
            <a:gdLst>
              <a:gd name="textAreaLeft" fmla="*/ 0 w 12191400"/>
              <a:gd name="textAreaRight" fmla="*/ 12192120 w 12191400"/>
              <a:gd name="textAreaTop" fmla="*/ 0 h 4571280"/>
              <a:gd name="textAreaBottom" fmla="*/ 4572000 h 4571280"/>
            </a:gdLst>
            <a:ahLst/>
            <a:cxnLst/>
            <a:rect l="textAreaLeft" t="textAreaTop" r="textAreaRight" b="textAreaBottom"/>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n-IN" sz="1800" strike="noStrike" u="none">
              <a:solidFill>
                <a:srgbClr val="000000"/>
              </a:solidFill>
              <a:effectLst/>
              <a:uFillTx/>
              <a:latin typeface="Arial"/>
            </a:endParaRPr>
          </a:p>
        </p:txBody>
      </p:sp>
      <p:sp>
        <p:nvSpPr>
          <p:cNvPr id="22" name="PlaceHolder 1"/>
          <p:cNvSpPr>
            <a:spLocks noGrp="1"/>
          </p:cNvSpPr>
          <p:nvPr>
            <p:ph type="title"/>
          </p:nvPr>
        </p:nvSpPr>
        <p:spPr>
          <a:xfrm>
            <a:off x="457200" y="4960080"/>
            <a:ext cx="7771680" cy="1462320"/>
          </a:xfrm>
          <a:prstGeom prst="rect">
            <a:avLst/>
          </a:prstGeom>
          <a:noFill/>
          <a:ln w="0">
            <a:noFill/>
          </a:ln>
        </p:spPr>
        <p:txBody>
          <a:bodyPr lIns="91440" rIns="91440" tIns="45720" bIns="45720" anchor="ctr">
            <a:normAutofit/>
          </a:bodyPr>
          <a:p>
            <a:pPr indent="0" algn="r" defTabSz="914400">
              <a:lnSpc>
                <a:spcPct val="80000"/>
              </a:lnSpc>
              <a:buNone/>
              <a:tabLst>
                <a:tab algn="l" pos="0"/>
              </a:tabLst>
            </a:pPr>
            <a:r>
              <a:rPr b="0" lang="en-US" sz="5000" spc="201" strike="noStrike" u="none" cap="all">
                <a:solidFill>
                  <a:schemeClr val="dk1">
                    <a:lumMod val="95000"/>
                    <a:lumOff val="5000"/>
                  </a:schemeClr>
                </a:solidFill>
                <a:effectLst/>
                <a:uFillTx/>
                <a:latin typeface="Tw Cen MT Condensed"/>
              </a:rPr>
              <a:t>Click to edit Master title style</a:t>
            </a:r>
            <a:endParaRPr b="0" lang="en-IN" sz="5000" strike="noStrike" u="none">
              <a:solidFill>
                <a:srgbClr val="000000"/>
              </a:solidFill>
              <a:effectLst/>
              <a:uFillTx/>
              <a:latin typeface="Arial"/>
            </a:endParaRPr>
          </a:p>
        </p:txBody>
      </p:sp>
      <p:sp>
        <p:nvSpPr>
          <p:cNvPr id="23" name="PlaceHolder 2"/>
          <p:cNvSpPr>
            <a:spLocks noGrp="1"/>
          </p:cNvSpPr>
          <p:nvPr>
            <p:ph type="dt" idx="10"/>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24" name="PlaceHolder 3"/>
          <p:cNvSpPr>
            <a:spLocks noGrp="1"/>
          </p:cNvSpPr>
          <p:nvPr>
            <p:ph type="ftr" idx="11"/>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25" name="PlaceHolder 4"/>
          <p:cNvSpPr>
            <a:spLocks noGrp="1"/>
          </p:cNvSpPr>
          <p:nvPr>
            <p:ph type="sldNum" idx="12"/>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CDC3DC10-8FA4-4360-A6C6-6A25F06D5901}"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cxnSp>
        <p:nvCxnSpPr>
          <p:cNvPr id="26" name="Straight Connector 7"/>
          <p:cNvCxnSpPr/>
          <p:nvPr/>
        </p:nvCxnSpPr>
        <p:spPr>
          <a:xfrm flipV="1">
            <a:off x="8386560" y="5263920"/>
            <a:ext cx="720" cy="915120"/>
          </a:xfrm>
          <a:prstGeom prst="straightConnector1">
            <a:avLst/>
          </a:prstGeom>
          <a:ln w="19050">
            <a:solidFill>
              <a:srgbClr val="1482ac"/>
            </a:solidFill>
            <a:round/>
          </a:ln>
        </p:spPr>
      </p:cxn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27" name="Straight Connector 6"/>
          <p:cNvCxnSpPr/>
          <p:nvPr/>
        </p:nvCxnSpPr>
        <p:spPr>
          <a:xfrm flipV="1">
            <a:off x="761760" y="826200"/>
            <a:ext cx="720" cy="915120"/>
          </a:xfrm>
          <a:prstGeom prst="straightConnector1">
            <a:avLst/>
          </a:prstGeom>
          <a:ln w="19050">
            <a:solidFill>
              <a:srgbClr val="1cade4"/>
            </a:solidFill>
            <a:round/>
          </a:ln>
        </p:spPr>
      </p:cxnSp>
      <p:sp>
        <p:nvSpPr>
          <p:cNvPr id="28" name="PlaceHolder 1"/>
          <p:cNvSpPr>
            <a:spLocks noGrp="1"/>
          </p:cNvSpPr>
          <p:nvPr>
            <p:ph type="title"/>
          </p:nvPr>
        </p:nvSpPr>
        <p:spPr>
          <a:xfrm>
            <a:off x="1024200" y="585360"/>
            <a:ext cx="9719280" cy="1499040"/>
          </a:xfrm>
          <a:prstGeom prst="rect">
            <a:avLst/>
          </a:prstGeom>
          <a:noFill/>
          <a:ln w="0">
            <a:noFill/>
          </a:ln>
        </p:spPr>
        <p:txBody>
          <a:bodyPr lIns="91440" rIns="91440" tIns="45720" bIns="45720" anchor="ctr">
            <a:noAutofit/>
          </a:bodyPr>
          <a:p>
            <a:pPr indent="0" defTabSz="914400">
              <a:lnSpc>
                <a:spcPct val="80000"/>
              </a:lnSpc>
              <a:buNone/>
              <a:tabLst>
                <a:tab algn="l" pos="0"/>
              </a:tabLst>
            </a:pPr>
            <a:r>
              <a:rPr b="0" lang="en-US" sz="5000" spc="99" strike="noStrike" u="none" cap="all">
                <a:solidFill>
                  <a:schemeClr val="dk1">
                    <a:lumMod val="95000"/>
                    <a:lumOff val="5000"/>
                  </a:schemeClr>
                </a:solidFill>
                <a:effectLst/>
                <a:uFillTx/>
                <a:latin typeface="Tw Cen MT Condensed"/>
              </a:rPr>
              <a:t>Click to edit Master title style</a:t>
            </a:r>
            <a:endParaRPr b="0" lang="en-IN" sz="5000" strike="noStrike" u="none">
              <a:solidFill>
                <a:srgbClr val="000000"/>
              </a:solidFill>
              <a:effectLst/>
              <a:uFillTx/>
              <a:latin typeface="Arial"/>
            </a:endParaRPr>
          </a:p>
        </p:txBody>
      </p:sp>
      <p:sp>
        <p:nvSpPr>
          <p:cNvPr id="29" name="PlaceHolder 2"/>
          <p:cNvSpPr>
            <a:spLocks noGrp="1"/>
          </p:cNvSpPr>
          <p:nvPr>
            <p:ph type="body"/>
          </p:nvPr>
        </p:nvSpPr>
        <p:spPr>
          <a:xfrm>
            <a:off x="1024200" y="2286000"/>
            <a:ext cx="9719280" cy="4022640"/>
          </a:xfrm>
          <a:prstGeom prst="rect">
            <a:avLst/>
          </a:prstGeom>
          <a:noFill/>
          <a:ln w="0">
            <a:noFill/>
          </a:ln>
        </p:spPr>
        <p:txBody>
          <a:bodyPr lIns="45720" rIns="45720" tIns="45720" bIns="45720" anchor="t" vert="eaVert">
            <a:noAutofit/>
          </a:bodyPr>
          <a:p>
            <a:pPr marL="91440" indent="-91440" defTabSz="914400">
              <a:lnSpc>
                <a:spcPct val="90000"/>
              </a:lnSpc>
              <a:spcBef>
                <a:spcPts val="1199"/>
              </a:spcBef>
              <a:spcAft>
                <a:spcPts val="201"/>
              </a:spcAft>
              <a:buClr>
                <a:srgbClr val="1cade4"/>
              </a:buClr>
              <a:buFont typeface="Tw Cen MT"/>
              <a:buChar char=" "/>
            </a:pPr>
            <a:r>
              <a:rPr b="0" lang="en-US" sz="2200" strike="noStrike" u="none">
                <a:solidFill>
                  <a:schemeClr val="dk1"/>
                </a:solidFill>
                <a:effectLst/>
                <a:uFillTx/>
                <a:latin typeface="Tw Cen MT"/>
              </a:rPr>
              <a:t>Click to edit Master text styles</a:t>
            </a:r>
            <a:endParaRPr b="0" lang="en-IN" sz="2200" strike="noStrike" u="none">
              <a:solidFill>
                <a:srgbClr val="000000"/>
              </a:solidFill>
              <a:effectLst/>
              <a:uFillTx/>
              <a:latin typeface="Arial"/>
            </a:endParaRPr>
          </a:p>
          <a:p>
            <a:pPr lvl="1" marL="265320" indent="-137160" defTabSz="914400">
              <a:lnSpc>
                <a:spcPct val="90000"/>
              </a:lnSpc>
              <a:spcBef>
                <a:spcPts val="201"/>
              </a:spcBef>
              <a:spcAft>
                <a:spcPts val="400"/>
              </a:spcAft>
              <a:buClr>
                <a:srgbClr val="1cade4"/>
              </a:buClr>
              <a:buFont typeface="Wingdings 3" charset="2"/>
              <a:buChar char=""/>
            </a:pPr>
            <a:r>
              <a:rPr b="0" lang="en-US" sz="1800" strike="noStrike" u="none">
                <a:solidFill>
                  <a:schemeClr val="dk1"/>
                </a:solidFill>
                <a:effectLst/>
                <a:uFillTx/>
                <a:latin typeface="Tw Cen MT"/>
              </a:rPr>
              <a:t>Second level</a:t>
            </a:r>
            <a:endParaRPr b="0" lang="en-IN" sz="1800" strike="noStrike" u="none">
              <a:solidFill>
                <a:srgbClr val="000000"/>
              </a:solidFill>
              <a:effectLst/>
              <a:uFillTx/>
              <a:latin typeface="Arial"/>
            </a:endParaRPr>
          </a:p>
          <a:p>
            <a:pPr lvl="2" marL="44820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Third level</a:t>
            </a:r>
            <a:endParaRPr b="0" lang="en-IN" sz="1400" strike="noStrike" u="none">
              <a:solidFill>
                <a:srgbClr val="000000"/>
              </a:solidFill>
              <a:effectLst/>
              <a:uFillTx/>
              <a:latin typeface="Arial"/>
            </a:endParaRPr>
          </a:p>
          <a:p>
            <a:pPr lvl="3" marL="59436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Fourth level</a:t>
            </a:r>
            <a:endParaRPr b="0" lang="en-IN" sz="1400" strike="noStrike" u="none">
              <a:solidFill>
                <a:srgbClr val="000000"/>
              </a:solidFill>
              <a:effectLst/>
              <a:uFillTx/>
              <a:latin typeface="Arial"/>
            </a:endParaRPr>
          </a:p>
          <a:p>
            <a:pPr lvl="4" marL="77724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Fifth level</a:t>
            </a:r>
            <a:endParaRPr b="0" lang="en-IN" sz="1400" strike="noStrike" u="none">
              <a:solidFill>
                <a:srgbClr val="000000"/>
              </a:solidFill>
              <a:effectLst/>
              <a:uFillTx/>
              <a:latin typeface="Arial"/>
            </a:endParaRPr>
          </a:p>
        </p:txBody>
      </p:sp>
      <p:sp>
        <p:nvSpPr>
          <p:cNvPr id="30" name="PlaceHolder 3"/>
          <p:cNvSpPr>
            <a:spLocks noGrp="1"/>
          </p:cNvSpPr>
          <p:nvPr>
            <p:ph type="dt" idx="13"/>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31" name="PlaceHolder 4"/>
          <p:cNvSpPr>
            <a:spLocks noGrp="1"/>
          </p:cNvSpPr>
          <p:nvPr>
            <p:ph type="ftr" idx="14"/>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32" name="PlaceHolder 5"/>
          <p:cNvSpPr>
            <a:spLocks noGrp="1"/>
          </p:cNvSpPr>
          <p:nvPr>
            <p:ph type="sldNum" idx="15"/>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4EE6E6EF-A849-4071-A375-259517AE145F}"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33" name="Straight Connector 6"/>
          <p:cNvCxnSpPr/>
          <p:nvPr/>
        </p:nvCxnSpPr>
        <p:spPr>
          <a:xfrm flipV="1">
            <a:off x="761760" y="826200"/>
            <a:ext cx="720" cy="915120"/>
          </a:xfrm>
          <a:prstGeom prst="straightConnector1">
            <a:avLst/>
          </a:prstGeom>
          <a:ln w="19050">
            <a:solidFill>
              <a:srgbClr val="1cade4"/>
            </a:solidFill>
            <a:round/>
          </a:ln>
        </p:spPr>
      </p:cxnSp>
      <p:sp>
        <p:nvSpPr>
          <p:cNvPr id="34" name="PlaceHolder 1"/>
          <p:cNvSpPr>
            <a:spLocks noGrp="1"/>
          </p:cNvSpPr>
          <p:nvPr>
            <p:ph type="title"/>
          </p:nvPr>
        </p:nvSpPr>
        <p:spPr>
          <a:xfrm>
            <a:off x="8724960" y="762120"/>
            <a:ext cx="2628360" cy="5409360"/>
          </a:xfrm>
          <a:prstGeom prst="rect">
            <a:avLst/>
          </a:prstGeom>
          <a:noFill/>
          <a:ln w="0">
            <a:noFill/>
          </a:ln>
        </p:spPr>
        <p:txBody>
          <a:bodyPr lIns="45720" rIns="45720" tIns="91440" bIns="91440" anchor="ctr" vert="eaVert">
            <a:noAutofit/>
          </a:bodyPr>
          <a:p>
            <a:pPr indent="0" defTabSz="914400">
              <a:lnSpc>
                <a:spcPct val="80000"/>
              </a:lnSpc>
              <a:buNone/>
              <a:tabLst>
                <a:tab algn="l" pos="0"/>
              </a:tabLst>
            </a:pPr>
            <a:r>
              <a:rPr b="0" lang="en-US" sz="5000" spc="99" strike="noStrike" u="none" cap="all">
                <a:solidFill>
                  <a:schemeClr val="dk1">
                    <a:lumMod val="95000"/>
                    <a:lumOff val="5000"/>
                  </a:schemeClr>
                </a:solidFill>
                <a:effectLst/>
                <a:uFillTx/>
                <a:latin typeface="Tw Cen MT Condensed"/>
              </a:rPr>
              <a:t>Click to edit Master title style</a:t>
            </a:r>
            <a:endParaRPr b="0" lang="en-IN" sz="5000" strike="noStrike" u="none">
              <a:solidFill>
                <a:srgbClr val="000000"/>
              </a:solidFill>
              <a:effectLst/>
              <a:uFillTx/>
              <a:latin typeface="Arial"/>
            </a:endParaRPr>
          </a:p>
        </p:txBody>
      </p:sp>
      <p:sp>
        <p:nvSpPr>
          <p:cNvPr id="35" name="PlaceHolder 2"/>
          <p:cNvSpPr>
            <a:spLocks noGrp="1"/>
          </p:cNvSpPr>
          <p:nvPr>
            <p:ph type="body"/>
          </p:nvPr>
        </p:nvSpPr>
        <p:spPr>
          <a:xfrm>
            <a:off x="990720" y="762120"/>
            <a:ext cx="7581240" cy="5409360"/>
          </a:xfrm>
          <a:prstGeom prst="rect">
            <a:avLst/>
          </a:prstGeom>
          <a:noFill/>
          <a:ln w="0">
            <a:noFill/>
          </a:ln>
        </p:spPr>
        <p:txBody>
          <a:bodyPr lIns="45720" rIns="45720" tIns="45720" bIns="45720" anchor="t" vert="eaVert">
            <a:noAutofit/>
          </a:bodyPr>
          <a:p>
            <a:pPr marL="91440" indent="-91440" defTabSz="914400">
              <a:lnSpc>
                <a:spcPct val="90000"/>
              </a:lnSpc>
              <a:spcBef>
                <a:spcPts val="1199"/>
              </a:spcBef>
              <a:spcAft>
                <a:spcPts val="201"/>
              </a:spcAft>
              <a:buClr>
                <a:srgbClr val="1cade4"/>
              </a:buClr>
              <a:buFont typeface="Tw Cen MT"/>
              <a:buChar char=" "/>
            </a:pPr>
            <a:r>
              <a:rPr b="0" lang="en-US" sz="2200" strike="noStrike" u="none">
                <a:solidFill>
                  <a:schemeClr val="dk1"/>
                </a:solidFill>
                <a:effectLst/>
                <a:uFillTx/>
                <a:latin typeface="Tw Cen MT"/>
              </a:rPr>
              <a:t>Click to edit Master text styles</a:t>
            </a:r>
            <a:endParaRPr b="0" lang="en-IN" sz="2200" strike="noStrike" u="none">
              <a:solidFill>
                <a:srgbClr val="000000"/>
              </a:solidFill>
              <a:effectLst/>
              <a:uFillTx/>
              <a:latin typeface="Arial"/>
            </a:endParaRPr>
          </a:p>
          <a:p>
            <a:pPr lvl="1" marL="265320" indent="-137160" defTabSz="914400">
              <a:lnSpc>
                <a:spcPct val="90000"/>
              </a:lnSpc>
              <a:spcBef>
                <a:spcPts val="201"/>
              </a:spcBef>
              <a:spcAft>
                <a:spcPts val="400"/>
              </a:spcAft>
              <a:buClr>
                <a:srgbClr val="1cade4"/>
              </a:buClr>
              <a:buFont typeface="Wingdings 3" charset="2"/>
              <a:buChar char=""/>
            </a:pPr>
            <a:r>
              <a:rPr b="0" lang="en-US" sz="1800" strike="noStrike" u="none">
                <a:solidFill>
                  <a:schemeClr val="dk1"/>
                </a:solidFill>
                <a:effectLst/>
                <a:uFillTx/>
                <a:latin typeface="Tw Cen MT"/>
              </a:rPr>
              <a:t>Second level</a:t>
            </a:r>
            <a:endParaRPr b="0" lang="en-IN" sz="1800" strike="noStrike" u="none">
              <a:solidFill>
                <a:srgbClr val="000000"/>
              </a:solidFill>
              <a:effectLst/>
              <a:uFillTx/>
              <a:latin typeface="Arial"/>
            </a:endParaRPr>
          </a:p>
          <a:p>
            <a:pPr lvl="2" marL="44820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Third level</a:t>
            </a:r>
            <a:endParaRPr b="0" lang="en-IN" sz="1400" strike="noStrike" u="none">
              <a:solidFill>
                <a:srgbClr val="000000"/>
              </a:solidFill>
              <a:effectLst/>
              <a:uFillTx/>
              <a:latin typeface="Arial"/>
            </a:endParaRPr>
          </a:p>
          <a:p>
            <a:pPr lvl="3" marL="59436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Fourth level</a:t>
            </a:r>
            <a:endParaRPr b="0" lang="en-IN" sz="1400" strike="noStrike" u="none">
              <a:solidFill>
                <a:srgbClr val="000000"/>
              </a:solidFill>
              <a:effectLst/>
              <a:uFillTx/>
              <a:latin typeface="Arial"/>
            </a:endParaRPr>
          </a:p>
          <a:p>
            <a:pPr lvl="4" marL="77724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Fifth level</a:t>
            </a:r>
            <a:endParaRPr b="0" lang="en-IN" sz="1400" strike="noStrike" u="none">
              <a:solidFill>
                <a:srgbClr val="000000"/>
              </a:solidFill>
              <a:effectLst/>
              <a:uFillTx/>
              <a:latin typeface="Arial"/>
            </a:endParaRPr>
          </a:p>
        </p:txBody>
      </p:sp>
      <p:sp>
        <p:nvSpPr>
          <p:cNvPr id="36" name="PlaceHolder 3"/>
          <p:cNvSpPr>
            <a:spLocks noGrp="1"/>
          </p:cNvSpPr>
          <p:nvPr>
            <p:ph type="dt" idx="16"/>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37" name="PlaceHolder 4"/>
          <p:cNvSpPr>
            <a:spLocks noGrp="1"/>
          </p:cNvSpPr>
          <p:nvPr>
            <p:ph type="ftr" idx="17"/>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38" name="PlaceHolder 5"/>
          <p:cNvSpPr>
            <a:spLocks noGrp="1"/>
          </p:cNvSpPr>
          <p:nvPr>
            <p:ph type="sldNum" idx="18"/>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4221E2AC-6BE7-4318-B298-EE3BD98B1D20}"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cxnSp>
        <p:nvCxnSpPr>
          <p:cNvPr id="39" name="Straight Connector 6"/>
          <p:cNvCxnSpPr/>
          <p:nvPr/>
        </p:nvCxnSpPr>
        <p:spPr>
          <a:xfrm>
            <a:off x="9601200" y="516240"/>
            <a:ext cx="915120" cy="720"/>
          </a:xfrm>
          <a:prstGeom prst="straightConnector1">
            <a:avLst/>
          </a:prstGeom>
          <a:ln w="19050">
            <a:solidFill>
              <a:srgbClr val="1cade4"/>
            </a:solidFill>
            <a:round/>
          </a:ln>
        </p:spPr>
      </p:cxn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40" name="Straight Connector 6"/>
          <p:cNvCxnSpPr/>
          <p:nvPr/>
        </p:nvCxnSpPr>
        <p:spPr>
          <a:xfrm flipV="1">
            <a:off x="761760" y="826200"/>
            <a:ext cx="720" cy="915120"/>
          </a:xfrm>
          <a:prstGeom prst="straightConnector1">
            <a:avLst/>
          </a:prstGeom>
          <a:ln w="19050">
            <a:solidFill>
              <a:srgbClr val="1cade4"/>
            </a:solidFill>
            <a:round/>
          </a:ln>
        </p:spPr>
      </p:cxnSp>
      <p:sp>
        <p:nvSpPr>
          <p:cNvPr id="41" name="PlaceHolder 1"/>
          <p:cNvSpPr>
            <a:spLocks noGrp="1"/>
          </p:cNvSpPr>
          <p:nvPr>
            <p:ph type="title"/>
          </p:nvPr>
        </p:nvSpPr>
        <p:spPr>
          <a:xfrm>
            <a:off x="1024200" y="585360"/>
            <a:ext cx="9719280" cy="1499040"/>
          </a:xfrm>
          <a:prstGeom prst="rect">
            <a:avLst/>
          </a:prstGeom>
          <a:noFill/>
          <a:ln w="0">
            <a:noFill/>
          </a:ln>
        </p:spPr>
        <p:txBody>
          <a:bodyPr lIns="91440" rIns="91440" tIns="45720" bIns="45720" anchor="ctr">
            <a:noAutofit/>
          </a:bodyPr>
          <a:p>
            <a:pPr indent="0" defTabSz="914400">
              <a:lnSpc>
                <a:spcPct val="80000"/>
              </a:lnSpc>
              <a:buNone/>
              <a:tabLst>
                <a:tab algn="l" pos="0"/>
              </a:tabLst>
            </a:pPr>
            <a:r>
              <a:rPr b="0" lang="en-US" sz="5000" spc="99" strike="noStrike" u="none" cap="all">
                <a:solidFill>
                  <a:schemeClr val="dk1">
                    <a:lumMod val="95000"/>
                    <a:lumOff val="5000"/>
                  </a:schemeClr>
                </a:solidFill>
                <a:effectLst/>
                <a:uFillTx/>
                <a:latin typeface="Tw Cen MT Condensed"/>
              </a:rPr>
              <a:t>Click to edit Master title style</a:t>
            </a:r>
            <a:endParaRPr b="0" lang="en-IN" sz="5000" strike="noStrike" u="none">
              <a:solidFill>
                <a:srgbClr val="000000"/>
              </a:solidFill>
              <a:effectLst/>
              <a:uFillTx/>
              <a:latin typeface="Arial"/>
            </a:endParaRPr>
          </a:p>
        </p:txBody>
      </p:sp>
      <p:sp>
        <p:nvSpPr>
          <p:cNvPr id="42" name="PlaceHolder 2"/>
          <p:cNvSpPr>
            <a:spLocks noGrp="1"/>
          </p:cNvSpPr>
          <p:nvPr>
            <p:ph type="body"/>
          </p:nvPr>
        </p:nvSpPr>
        <p:spPr>
          <a:xfrm>
            <a:off x="1024200" y="2286000"/>
            <a:ext cx="9719280" cy="402264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b="0" lang="en-US" sz="2200" strike="noStrike" u="none">
                <a:solidFill>
                  <a:schemeClr val="dk1"/>
                </a:solidFill>
                <a:effectLst/>
                <a:uFillTx/>
                <a:latin typeface="Tw Cen MT"/>
              </a:rPr>
              <a:t>Click to edit Master text styles</a:t>
            </a:r>
            <a:endParaRPr b="0" lang="en-IN" sz="2200" strike="noStrike" u="none">
              <a:solidFill>
                <a:srgbClr val="000000"/>
              </a:solidFill>
              <a:effectLst/>
              <a:uFillTx/>
              <a:latin typeface="Arial"/>
            </a:endParaRPr>
          </a:p>
          <a:p>
            <a:pPr lvl="1" marL="265320" indent="-137160" defTabSz="914400">
              <a:lnSpc>
                <a:spcPct val="90000"/>
              </a:lnSpc>
              <a:spcBef>
                <a:spcPts val="201"/>
              </a:spcBef>
              <a:spcAft>
                <a:spcPts val="400"/>
              </a:spcAft>
              <a:buClr>
                <a:srgbClr val="1cade4"/>
              </a:buClr>
              <a:buFont typeface="Wingdings 3" charset="2"/>
              <a:buChar char=""/>
            </a:pPr>
            <a:r>
              <a:rPr b="0" lang="en-US" sz="1800" strike="noStrike" u="none">
                <a:solidFill>
                  <a:schemeClr val="dk1"/>
                </a:solidFill>
                <a:effectLst/>
                <a:uFillTx/>
                <a:latin typeface="Tw Cen MT"/>
              </a:rPr>
              <a:t>Second level</a:t>
            </a:r>
            <a:endParaRPr b="0" lang="en-IN" sz="1800" strike="noStrike" u="none">
              <a:solidFill>
                <a:srgbClr val="000000"/>
              </a:solidFill>
              <a:effectLst/>
              <a:uFillTx/>
              <a:latin typeface="Arial"/>
            </a:endParaRPr>
          </a:p>
          <a:p>
            <a:pPr lvl="2" marL="44820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Third level</a:t>
            </a:r>
            <a:endParaRPr b="0" lang="en-IN" sz="1400" strike="noStrike" u="none">
              <a:solidFill>
                <a:srgbClr val="000000"/>
              </a:solidFill>
              <a:effectLst/>
              <a:uFillTx/>
              <a:latin typeface="Arial"/>
            </a:endParaRPr>
          </a:p>
          <a:p>
            <a:pPr lvl="3" marL="59436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Fourth level</a:t>
            </a:r>
            <a:endParaRPr b="0" lang="en-IN" sz="1400" strike="noStrike" u="none">
              <a:solidFill>
                <a:srgbClr val="000000"/>
              </a:solidFill>
              <a:effectLst/>
              <a:uFillTx/>
              <a:latin typeface="Arial"/>
            </a:endParaRPr>
          </a:p>
          <a:p>
            <a:pPr lvl="4" marL="77724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Fifth level</a:t>
            </a:r>
            <a:endParaRPr b="0" lang="en-IN" sz="1400" strike="noStrike" u="none">
              <a:solidFill>
                <a:srgbClr val="000000"/>
              </a:solidFill>
              <a:effectLst/>
              <a:uFillTx/>
              <a:latin typeface="Arial"/>
            </a:endParaRPr>
          </a:p>
        </p:txBody>
      </p:sp>
      <p:sp>
        <p:nvSpPr>
          <p:cNvPr id="43" name="PlaceHolder 3"/>
          <p:cNvSpPr>
            <a:spLocks noGrp="1"/>
          </p:cNvSpPr>
          <p:nvPr>
            <p:ph type="dt" idx="19"/>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44" name="PlaceHolder 4"/>
          <p:cNvSpPr>
            <a:spLocks noGrp="1"/>
          </p:cNvSpPr>
          <p:nvPr>
            <p:ph type="ftr" idx="20"/>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45" name="PlaceHolder 5"/>
          <p:cNvSpPr>
            <a:spLocks noGrp="1"/>
          </p:cNvSpPr>
          <p:nvPr>
            <p:ph type="sldNum" idx="21"/>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2A24028F-6C0C-4D98-B68F-D234716224BE}"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46" name="Straight Connector 6"/>
          <p:cNvCxnSpPr/>
          <p:nvPr/>
        </p:nvCxnSpPr>
        <p:spPr>
          <a:xfrm flipV="1">
            <a:off x="761760" y="826200"/>
            <a:ext cx="720" cy="915120"/>
          </a:xfrm>
          <a:prstGeom prst="straightConnector1">
            <a:avLst/>
          </a:prstGeom>
          <a:ln w="19050">
            <a:solidFill>
              <a:srgbClr val="1cade4"/>
            </a:solidFill>
            <a:round/>
          </a:ln>
        </p:spPr>
      </p:cxnSp>
      <p:sp>
        <p:nvSpPr>
          <p:cNvPr id="47" name="Rectangle 8"/>
          <p:cNvSpPr/>
          <p:nvPr/>
        </p:nvSpPr>
        <p:spPr>
          <a:xfrm>
            <a:off x="0" y="0"/>
            <a:ext cx="12191400" cy="457128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n-IN" sz="1800" strike="noStrike" u="none">
              <a:solidFill>
                <a:srgbClr val="ffffff"/>
              </a:solidFill>
              <a:effectLst/>
              <a:uFillTx/>
              <a:latin typeface="Arial"/>
            </a:endParaRPr>
          </a:p>
        </p:txBody>
      </p:sp>
      <p:sp>
        <p:nvSpPr>
          <p:cNvPr id="48" name="Oval 5"/>
          <p:cNvSpPr/>
          <p:nvPr/>
        </p:nvSpPr>
        <p:spPr>
          <a:xfrm>
            <a:off x="0" y="0"/>
            <a:ext cx="12191400" cy="4571280"/>
          </a:xfrm>
          <a:custGeom>
            <a:avLst/>
            <a:gdLst>
              <a:gd name="textAreaLeft" fmla="*/ 0 w 12191400"/>
              <a:gd name="textAreaRight" fmla="*/ 12192120 w 12191400"/>
              <a:gd name="textAreaTop" fmla="*/ 0 h 4571280"/>
              <a:gd name="textAreaBottom" fmla="*/ 4572000 h 4571280"/>
            </a:gdLst>
            <a:ahLst/>
            <a:cxnLst/>
            <a:rect l="textAreaLeft" t="textAreaTop" r="textAreaRight" b="textAreaBottom"/>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n-IN" sz="1800" strike="noStrike" u="none">
              <a:solidFill>
                <a:srgbClr val="000000"/>
              </a:solidFill>
              <a:effectLst/>
              <a:uFillTx/>
              <a:latin typeface="Arial"/>
            </a:endParaRPr>
          </a:p>
        </p:txBody>
      </p:sp>
      <p:sp>
        <p:nvSpPr>
          <p:cNvPr id="49" name="PlaceHolder 1"/>
          <p:cNvSpPr>
            <a:spLocks noGrp="1"/>
          </p:cNvSpPr>
          <p:nvPr>
            <p:ph type="title"/>
          </p:nvPr>
        </p:nvSpPr>
        <p:spPr>
          <a:xfrm>
            <a:off x="457200" y="4960080"/>
            <a:ext cx="7771680" cy="1462320"/>
          </a:xfrm>
          <a:prstGeom prst="rect">
            <a:avLst/>
          </a:prstGeom>
          <a:noFill/>
          <a:ln w="0">
            <a:noFill/>
          </a:ln>
        </p:spPr>
        <p:txBody>
          <a:bodyPr lIns="91440" rIns="91440" tIns="45720" bIns="45720" anchor="ctr">
            <a:normAutofit/>
          </a:bodyPr>
          <a:p>
            <a:pPr indent="0" algn="r" defTabSz="914400">
              <a:lnSpc>
                <a:spcPct val="80000"/>
              </a:lnSpc>
              <a:buNone/>
              <a:tabLst>
                <a:tab algn="l" pos="0"/>
              </a:tabLst>
            </a:pPr>
            <a:r>
              <a:rPr b="0" lang="en-US" sz="5000" spc="201" strike="noStrike" u="none" cap="all">
                <a:solidFill>
                  <a:schemeClr val="dk1">
                    <a:lumMod val="95000"/>
                    <a:lumOff val="5000"/>
                  </a:schemeClr>
                </a:solidFill>
                <a:effectLst/>
                <a:uFillTx/>
                <a:latin typeface="Tw Cen MT Condensed"/>
              </a:rPr>
              <a:t>Click to edit Master title style</a:t>
            </a:r>
            <a:endParaRPr b="0" lang="en-IN" sz="5000" strike="noStrike" u="none">
              <a:solidFill>
                <a:srgbClr val="000000"/>
              </a:solidFill>
              <a:effectLst/>
              <a:uFillTx/>
              <a:latin typeface="Arial"/>
            </a:endParaRPr>
          </a:p>
        </p:txBody>
      </p:sp>
      <p:sp>
        <p:nvSpPr>
          <p:cNvPr id="50" name="PlaceHolder 2"/>
          <p:cNvSpPr>
            <a:spLocks noGrp="1"/>
          </p:cNvSpPr>
          <p:nvPr>
            <p:ph type="body"/>
          </p:nvPr>
        </p:nvSpPr>
        <p:spPr>
          <a:xfrm>
            <a:off x="8610480" y="4960080"/>
            <a:ext cx="3199680" cy="1462320"/>
          </a:xfrm>
          <a:prstGeom prst="rect">
            <a:avLst/>
          </a:prstGeom>
          <a:noFill/>
          <a:ln w="0">
            <a:noFill/>
          </a:ln>
        </p:spPr>
        <p:txBody>
          <a:bodyPr lIns="91440" rIns="91440" tIns="45720" bIns="45720" anchor="ctr">
            <a:normAutofit/>
          </a:bodyPr>
          <a:p>
            <a:pPr indent="0" defTabSz="914400">
              <a:lnSpc>
                <a:spcPct val="100000"/>
              </a:lnSpc>
              <a:spcAft>
                <a:spcPts val="201"/>
              </a:spcAft>
              <a:buNone/>
              <a:tabLst>
                <a:tab algn="l" pos="0"/>
              </a:tabLst>
            </a:pPr>
            <a:r>
              <a:rPr b="0" lang="en-US" sz="1800" strike="noStrike" u="none">
                <a:solidFill>
                  <a:schemeClr val="dk1">
                    <a:lumMod val="95000"/>
                    <a:lumOff val="5000"/>
                  </a:schemeClr>
                </a:solidFill>
                <a:effectLst/>
                <a:uFillTx/>
                <a:latin typeface="Tw Cen MT"/>
              </a:rPr>
              <a:t>Click to edit Master text styles</a:t>
            </a:r>
            <a:endParaRPr b="0" lang="en-IN" sz="1800" strike="noStrike" u="none">
              <a:solidFill>
                <a:srgbClr val="000000"/>
              </a:solidFill>
              <a:effectLst/>
              <a:uFillTx/>
              <a:latin typeface="Arial"/>
            </a:endParaRPr>
          </a:p>
        </p:txBody>
      </p:sp>
      <p:sp>
        <p:nvSpPr>
          <p:cNvPr id="51" name="PlaceHolder 3"/>
          <p:cNvSpPr>
            <a:spLocks noGrp="1"/>
          </p:cNvSpPr>
          <p:nvPr>
            <p:ph type="dt" idx="22"/>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52" name="PlaceHolder 4"/>
          <p:cNvSpPr>
            <a:spLocks noGrp="1"/>
          </p:cNvSpPr>
          <p:nvPr>
            <p:ph type="ftr" idx="23"/>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53" name="PlaceHolder 5"/>
          <p:cNvSpPr>
            <a:spLocks noGrp="1"/>
          </p:cNvSpPr>
          <p:nvPr>
            <p:ph type="sldNum" idx="24"/>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A2759A71-461E-4A5B-8BD0-E9ABD44295A5}"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cxnSp>
        <p:nvCxnSpPr>
          <p:cNvPr id="54" name="Straight Connector 7"/>
          <p:cNvCxnSpPr/>
          <p:nvPr/>
        </p:nvCxnSpPr>
        <p:spPr>
          <a:xfrm flipV="1">
            <a:off x="8386560" y="5263920"/>
            <a:ext cx="720" cy="915120"/>
          </a:xfrm>
          <a:prstGeom prst="straightConnector1">
            <a:avLst/>
          </a:prstGeom>
          <a:ln w="19050">
            <a:solidFill>
              <a:srgbClr val="1482ac"/>
            </a:solidFill>
            <a:round/>
          </a:ln>
        </p:spPr>
      </p:cxn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55" name="Straight Connector 6"/>
          <p:cNvCxnSpPr/>
          <p:nvPr/>
        </p:nvCxnSpPr>
        <p:spPr>
          <a:xfrm flipV="1">
            <a:off x="761760" y="826200"/>
            <a:ext cx="720" cy="915120"/>
          </a:xfrm>
          <a:prstGeom prst="straightConnector1">
            <a:avLst/>
          </a:prstGeom>
          <a:ln w="19050">
            <a:solidFill>
              <a:srgbClr val="1cade4"/>
            </a:solidFill>
            <a:round/>
          </a:ln>
        </p:spPr>
      </p:cxnSp>
      <p:sp>
        <p:nvSpPr>
          <p:cNvPr id="56" name="PlaceHolder 1"/>
          <p:cNvSpPr>
            <a:spLocks noGrp="1"/>
          </p:cNvSpPr>
          <p:nvPr>
            <p:ph type="title"/>
          </p:nvPr>
        </p:nvSpPr>
        <p:spPr>
          <a:xfrm>
            <a:off x="1024200" y="585360"/>
            <a:ext cx="9719280" cy="1499040"/>
          </a:xfrm>
          <a:prstGeom prst="rect">
            <a:avLst/>
          </a:prstGeom>
          <a:noFill/>
          <a:ln w="0">
            <a:noFill/>
          </a:ln>
        </p:spPr>
        <p:txBody>
          <a:bodyPr lIns="91440" rIns="91440" tIns="45720" bIns="45720" anchor="ctr">
            <a:noAutofit/>
          </a:bodyPr>
          <a:p>
            <a:pPr indent="0" defTabSz="914400">
              <a:lnSpc>
                <a:spcPct val="80000"/>
              </a:lnSpc>
              <a:buNone/>
              <a:tabLst>
                <a:tab algn="l" pos="0"/>
              </a:tabLst>
            </a:pPr>
            <a:r>
              <a:rPr b="0" lang="en-US" sz="5000" spc="99" strike="noStrike" u="none" cap="all">
                <a:solidFill>
                  <a:schemeClr val="dk1">
                    <a:lumMod val="95000"/>
                    <a:lumOff val="5000"/>
                  </a:schemeClr>
                </a:solidFill>
                <a:effectLst/>
                <a:uFillTx/>
                <a:latin typeface="Tw Cen MT Condensed"/>
              </a:rPr>
              <a:t>Click to edit Master title style</a:t>
            </a:r>
            <a:endParaRPr b="0" lang="en-IN" sz="5000" strike="noStrike" u="none">
              <a:solidFill>
                <a:srgbClr val="000000"/>
              </a:solidFill>
              <a:effectLst/>
              <a:uFillTx/>
              <a:latin typeface="Arial"/>
            </a:endParaRPr>
          </a:p>
        </p:txBody>
      </p:sp>
      <p:sp>
        <p:nvSpPr>
          <p:cNvPr id="57" name="PlaceHolder 2"/>
          <p:cNvSpPr>
            <a:spLocks noGrp="1"/>
          </p:cNvSpPr>
          <p:nvPr>
            <p:ph type="body"/>
          </p:nvPr>
        </p:nvSpPr>
        <p:spPr>
          <a:xfrm>
            <a:off x="1024200" y="2286000"/>
            <a:ext cx="4754160" cy="402264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b="0" lang="en-US" sz="2200" strike="noStrike" u="none">
                <a:solidFill>
                  <a:schemeClr val="dk1"/>
                </a:solidFill>
                <a:effectLst/>
                <a:uFillTx/>
                <a:latin typeface="Tw Cen MT"/>
              </a:rPr>
              <a:t>Click to edit Master text styles</a:t>
            </a:r>
            <a:endParaRPr b="0" lang="en-IN" sz="2200" strike="noStrike" u="none">
              <a:solidFill>
                <a:srgbClr val="000000"/>
              </a:solidFill>
              <a:effectLst/>
              <a:uFillTx/>
              <a:latin typeface="Arial"/>
            </a:endParaRPr>
          </a:p>
          <a:p>
            <a:pPr lvl="1" marL="265320" indent="-137160" defTabSz="914400">
              <a:lnSpc>
                <a:spcPct val="90000"/>
              </a:lnSpc>
              <a:spcBef>
                <a:spcPts val="201"/>
              </a:spcBef>
              <a:spcAft>
                <a:spcPts val="400"/>
              </a:spcAft>
              <a:buClr>
                <a:srgbClr val="1cade4"/>
              </a:buClr>
              <a:buFont typeface="Wingdings 3" charset="2"/>
              <a:buChar char=""/>
            </a:pPr>
            <a:r>
              <a:rPr b="0" lang="en-US" sz="1800" strike="noStrike" u="none">
                <a:solidFill>
                  <a:schemeClr val="dk1"/>
                </a:solidFill>
                <a:effectLst/>
                <a:uFillTx/>
                <a:latin typeface="Tw Cen MT"/>
              </a:rPr>
              <a:t>Second level</a:t>
            </a:r>
            <a:endParaRPr b="0" lang="en-IN" sz="1800" strike="noStrike" u="none">
              <a:solidFill>
                <a:srgbClr val="000000"/>
              </a:solidFill>
              <a:effectLst/>
              <a:uFillTx/>
              <a:latin typeface="Arial"/>
            </a:endParaRPr>
          </a:p>
          <a:p>
            <a:pPr lvl="2" marL="44820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Third level</a:t>
            </a:r>
            <a:endParaRPr b="0" lang="en-IN" sz="1400" strike="noStrike" u="none">
              <a:solidFill>
                <a:srgbClr val="000000"/>
              </a:solidFill>
              <a:effectLst/>
              <a:uFillTx/>
              <a:latin typeface="Arial"/>
            </a:endParaRPr>
          </a:p>
          <a:p>
            <a:pPr lvl="3" marL="59436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Fourth level</a:t>
            </a:r>
            <a:endParaRPr b="0" lang="en-IN" sz="1400" strike="noStrike" u="none">
              <a:solidFill>
                <a:srgbClr val="000000"/>
              </a:solidFill>
              <a:effectLst/>
              <a:uFillTx/>
              <a:latin typeface="Arial"/>
            </a:endParaRPr>
          </a:p>
          <a:p>
            <a:pPr lvl="4" marL="77724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Fifth level</a:t>
            </a:r>
            <a:endParaRPr b="0" lang="en-IN" sz="1400" strike="noStrike" u="none">
              <a:solidFill>
                <a:srgbClr val="000000"/>
              </a:solidFill>
              <a:effectLst/>
              <a:uFillTx/>
              <a:latin typeface="Arial"/>
            </a:endParaRPr>
          </a:p>
        </p:txBody>
      </p:sp>
      <p:sp>
        <p:nvSpPr>
          <p:cNvPr id="58" name="PlaceHolder 3"/>
          <p:cNvSpPr>
            <a:spLocks noGrp="1"/>
          </p:cNvSpPr>
          <p:nvPr>
            <p:ph type="body"/>
          </p:nvPr>
        </p:nvSpPr>
        <p:spPr>
          <a:xfrm>
            <a:off x="5989320" y="2286000"/>
            <a:ext cx="4754160" cy="402264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b="0" lang="en-US" sz="2200" strike="noStrike" u="none">
                <a:solidFill>
                  <a:schemeClr val="dk1"/>
                </a:solidFill>
                <a:effectLst/>
                <a:uFillTx/>
                <a:latin typeface="Tw Cen MT"/>
              </a:rPr>
              <a:t>Click to edit Master text styles</a:t>
            </a:r>
            <a:endParaRPr b="0" lang="en-IN" sz="2200" strike="noStrike" u="none">
              <a:solidFill>
                <a:srgbClr val="000000"/>
              </a:solidFill>
              <a:effectLst/>
              <a:uFillTx/>
              <a:latin typeface="Arial"/>
            </a:endParaRPr>
          </a:p>
          <a:p>
            <a:pPr lvl="1" marL="265320" indent="-137160" defTabSz="914400">
              <a:lnSpc>
                <a:spcPct val="90000"/>
              </a:lnSpc>
              <a:spcBef>
                <a:spcPts val="201"/>
              </a:spcBef>
              <a:spcAft>
                <a:spcPts val="400"/>
              </a:spcAft>
              <a:buClr>
                <a:srgbClr val="1cade4"/>
              </a:buClr>
              <a:buFont typeface="Wingdings 3" charset="2"/>
              <a:buChar char=""/>
            </a:pPr>
            <a:r>
              <a:rPr b="0" lang="en-US" sz="1800" strike="noStrike" u="none">
                <a:solidFill>
                  <a:schemeClr val="dk1"/>
                </a:solidFill>
                <a:effectLst/>
                <a:uFillTx/>
                <a:latin typeface="Tw Cen MT"/>
              </a:rPr>
              <a:t>Second level</a:t>
            </a:r>
            <a:endParaRPr b="0" lang="en-IN" sz="1800" strike="noStrike" u="none">
              <a:solidFill>
                <a:srgbClr val="000000"/>
              </a:solidFill>
              <a:effectLst/>
              <a:uFillTx/>
              <a:latin typeface="Arial"/>
            </a:endParaRPr>
          </a:p>
          <a:p>
            <a:pPr lvl="2" marL="44820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Third level</a:t>
            </a:r>
            <a:endParaRPr b="0" lang="en-IN" sz="1400" strike="noStrike" u="none">
              <a:solidFill>
                <a:srgbClr val="000000"/>
              </a:solidFill>
              <a:effectLst/>
              <a:uFillTx/>
              <a:latin typeface="Arial"/>
            </a:endParaRPr>
          </a:p>
          <a:p>
            <a:pPr lvl="3" marL="59436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Fourth level</a:t>
            </a:r>
            <a:endParaRPr b="0" lang="en-IN" sz="1400" strike="noStrike" u="none">
              <a:solidFill>
                <a:srgbClr val="000000"/>
              </a:solidFill>
              <a:effectLst/>
              <a:uFillTx/>
              <a:latin typeface="Arial"/>
            </a:endParaRPr>
          </a:p>
          <a:p>
            <a:pPr lvl="4" marL="77724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Fifth level</a:t>
            </a:r>
            <a:endParaRPr b="0" lang="en-IN" sz="1400" strike="noStrike" u="none">
              <a:solidFill>
                <a:srgbClr val="000000"/>
              </a:solidFill>
              <a:effectLst/>
              <a:uFillTx/>
              <a:latin typeface="Arial"/>
            </a:endParaRPr>
          </a:p>
        </p:txBody>
      </p:sp>
      <p:sp>
        <p:nvSpPr>
          <p:cNvPr id="59" name="PlaceHolder 4"/>
          <p:cNvSpPr>
            <a:spLocks noGrp="1"/>
          </p:cNvSpPr>
          <p:nvPr>
            <p:ph type="dt" idx="25"/>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60" name="PlaceHolder 5"/>
          <p:cNvSpPr>
            <a:spLocks noGrp="1"/>
          </p:cNvSpPr>
          <p:nvPr>
            <p:ph type="ftr" idx="26"/>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61" name="PlaceHolder 6"/>
          <p:cNvSpPr>
            <a:spLocks noGrp="1"/>
          </p:cNvSpPr>
          <p:nvPr>
            <p:ph type="sldNum" idx="27"/>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A5D1B5A5-E152-444A-B772-A253188751C4}"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62" name="Straight Connector 6"/>
          <p:cNvCxnSpPr/>
          <p:nvPr/>
        </p:nvCxnSpPr>
        <p:spPr>
          <a:xfrm flipV="1">
            <a:off x="761760" y="826200"/>
            <a:ext cx="720" cy="915120"/>
          </a:xfrm>
          <a:prstGeom prst="straightConnector1">
            <a:avLst/>
          </a:prstGeom>
          <a:ln w="19050">
            <a:solidFill>
              <a:srgbClr val="1cade4"/>
            </a:solidFill>
            <a:round/>
          </a:ln>
        </p:spPr>
      </p:cxnSp>
      <p:sp>
        <p:nvSpPr>
          <p:cNvPr id="63" name="PlaceHolder 1"/>
          <p:cNvSpPr>
            <a:spLocks noGrp="1"/>
          </p:cNvSpPr>
          <p:nvPr>
            <p:ph type="title"/>
          </p:nvPr>
        </p:nvSpPr>
        <p:spPr>
          <a:xfrm>
            <a:off x="1024200" y="585360"/>
            <a:ext cx="9719280" cy="1499040"/>
          </a:xfrm>
          <a:prstGeom prst="rect">
            <a:avLst/>
          </a:prstGeom>
          <a:noFill/>
          <a:ln w="0">
            <a:noFill/>
          </a:ln>
        </p:spPr>
        <p:txBody>
          <a:bodyPr lIns="91440" rIns="91440" tIns="45720" bIns="45720" anchor="ctr">
            <a:noAutofit/>
          </a:bodyPr>
          <a:p>
            <a:pPr indent="0" defTabSz="914400">
              <a:lnSpc>
                <a:spcPct val="80000"/>
              </a:lnSpc>
              <a:buNone/>
              <a:tabLst>
                <a:tab algn="l" pos="0"/>
              </a:tabLst>
            </a:pPr>
            <a:r>
              <a:rPr b="0" lang="en-US" sz="5000" spc="99" strike="noStrike" u="none" cap="all">
                <a:solidFill>
                  <a:schemeClr val="dk1">
                    <a:lumMod val="95000"/>
                    <a:lumOff val="5000"/>
                  </a:schemeClr>
                </a:solidFill>
                <a:effectLst/>
                <a:uFillTx/>
                <a:latin typeface="Tw Cen MT Condensed"/>
              </a:rPr>
              <a:t>Click to edit Master title style</a:t>
            </a:r>
            <a:endParaRPr b="0" lang="en-IN" sz="5000" strike="noStrike" u="none">
              <a:solidFill>
                <a:srgbClr val="000000"/>
              </a:solidFill>
              <a:effectLst/>
              <a:uFillTx/>
              <a:latin typeface="Arial"/>
            </a:endParaRPr>
          </a:p>
        </p:txBody>
      </p:sp>
      <p:sp>
        <p:nvSpPr>
          <p:cNvPr id="64" name="PlaceHolder 2"/>
          <p:cNvSpPr>
            <a:spLocks noGrp="1"/>
          </p:cNvSpPr>
          <p:nvPr>
            <p:ph type="body"/>
          </p:nvPr>
        </p:nvSpPr>
        <p:spPr>
          <a:xfrm>
            <a:off x="1024200" y="2179800"/>
            <a:ext cx="4754160" cy="822240"/>
          </a:xfrm>
          <a:prstGeom prst="rect">
            <a:avLst/>
          </a:prstGeom>
          <a:noFill/>
          <a:ln w="0">
            <a:noFill/>
          </a:ln>
        </p:spPr>
        <p:txBody>
          <a:bodyPr lIns="137160" rIns="137160" tIns="45720" bIns="45720" anchor="ctr">
            <a:normAutofit/>
          </a:bodyPr>
          <a:p>
            <a:pPr indent="0" defTabSz="914400">
              <a:lnSpc>
                <a:spcPct val="90000"/>
              </a:lnSpc>
              <a:buNone/>
              <a:tabLst>
                <a:tab algn="l" pos="0"/>
              </a:tabLst>
            </a:pPr>
            <a:r>
              <a:rPr b="0" lang="en-US" sz="2300" strike="noStrike" u="none">
                <a:solidFill>
                  <a:schemeClr val="accent1"/>
                </a:solidFill>
                <a:effectLst/>
                <a:uFillTx/>
                <a:latin typeface="Tw Cen MT"/>
              </a:rPr>
              <a:t>Click to edit Master text styles</a:t>
            </a:r>
            <a:endParaRPr b="0" lang="en-IN" sz="2300" strike="noStrike" u="none">
              <a:solidFill>
                <a:srgbClr val="000000"/>
              </a:solidFill>
              <a:effectLst/>
              <a:uFillTx/>
              <a:latin typeface="Arial"/>
            </a:endParaRPr>
          </a:p>
        </p:txBody>
      </p:sp>
      <p:sp>
        <p:nvSpPr>
          <p:cNvPr id="65" name="PlaceHolder 3"/>
          <p:cNvSpPr>
            <a:spLocks noGrp="1"/>
          </p:cNvSpPr>
          <p:nvPr>
            <p:ph type="body"/>
          </p:nvPr>
        </p:nvSpPr>
        <p:spPr>
          <a:xfrm>
            <a:off x="1024200" y="2967840"/>
            <a:ext cx="4754160" cy="334080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b="0" lang="en-US" sz="2200" strike="noStrike" u="none">
                <a:solidFill>
                  <a:schemeClr val="dk1"/>
                </a:solidFill>
                <a:effectLst/>
                <a:uFillTx/>
                <a:latin typeface="Tw Cen MT"/>
              </a:rPr>
              <a:t>Click to edit Master text styles</a:t>
            </a:r>
            <a:endParaRPr b="0" lang="en-IN" sz="2200" strike="noStrike" u="none">
              <a:solidFill>
                <a:srgbClr val="000000"/>
              </a:solidFill>
              <a:effectLst/>
              <a:uFillTx/>
              <a:latin typeface="Arial"/>
            </a:endParaRPr>
          </a:p>
          <a:p>
            <a:pPr lvl="1" marL="265320" indent="-137160" defTabSz="914400">
              <a:lnSpc>
                <a:spcPct val="90000"/>
              </a:lnSpc>
              <a:spcBef>
                <a:spcPts val="201"/>
              </a:spcBef>
              <a:spcAft>
                <a:spcPts val="400"/>
              </a:spcAft>
              <a:buClr>
                <a:srgbClr val="1cade4"/>
              </a:buClr>
              <a:buFont typeface="Wingdings 3" charset="2"/>
              <a:buChar char=""/>
            </a:pPr>
            <a:r>
              <a:rPr b="0" lang="en-US" sz="1800" strike="noStrike" u="none">
                <a:solidFill>
                  <a:schemeClr val="dk1"/>
                </a:solidFill>
                <a:effectLst/>
                <a:uFillTx/>
                <a:latin typeface="Tw Cen MT"/>
              </a:rPr>
              <a:t>Second level</a:t>
            </a:r>
            <a:endParaRPr b="0" lang="en-IN" sz="1800" strike="noStrike" u="none">
              <a:solidFill>
                <a:srgbClr val="000000"/>
              </a:solidFill>
              <a:effectLst/>
              <a:uFillTx/>
              <a:latin typeface="Arial"/>
            </a:endParaRPr>
          </a:p>
          <a:p>
            <a:pPr lvl="2" marL="44820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Third level</a:t>
            </a:r>
            <a:endParaRPr b="0" lang="en-IN" sz="1400" strike="noStrike" u="none">
              <a:solidFill>
                <a:srgbClr val="000000"/>
              </a:solidFill>
              <a:effectLst/>
              <a:uFillTx/>
              <a:latin typeface="Arial"/>
            </a:endParaRPr>
          </a:p>
          <a:p>
            <a:pPr lvl="3" marL="59436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Fourth level</a:t>
            </a:r>
            <a:endParaRPr b="0" lang="en-IN" sz="1400" strike="noStrike" u="none">
              <a:solidFill>
                <a:srgbClr val="000000"/>
              </a:solidFill>
              <a:effectLst/>
              <a:uFillTx/>
              <a:latin typeface="Arial"/>
            </a:endParaRPr>
          </a:p>
          <a:p>
            <a:pPr lvl="4" marL="77724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Fifth level</a:t>
            </a:r>
            <a:endParaRPr b="0" lang="en-IN" sz="1400" strike="noStrike" u="none">
              <a:solidFill>
                <a:srgbClr val="000000"/>
              </a:solidFill>
              <a:effectLst/>
              <a:uFillTx/>
              <a:latin typeface="Arial"/>
            </a:endParaRPr>
          </a:p>
        </p:txBody>
      </p:sp>
      <p:sp>
        <p:nvSpPr>
          <p:cNvPr id="66" name="PlaceHolder 4"/>
          <p:cNvSpPr>
            <a:spLocks noGrp="1"/>
          </p:cNvSpPr>
          <p:nvPr>
            <p:ph type="body"/>
          </p:nvPr>
        </p:nvSpPr>
        <p:spPr>
          <a:xfrm>
            <a:off x="5990760" y="2179800"/>
            <a:ext cx="4754160" cy="822240"/>
          </a:xfrm>
          <a:prstGeom prst="rect">
            <a:avLst/>
          </a:prstGeom>
          <a:noFill/>
          <a:ln w="0">
            <a:noFill/>
          </a:ln>
        </p:spPr>
        <p:txBody>
          <a:bodyPr lIns="137160" rIns="137160" tIns="45720" bIns="45720" anchor="ctr">
            <a:normAutofit/>
          </a:bodyPr>
          <a:p>
            <a:pPr indent="0" defTabSz="914400">
              <a:lnSpc>
                <a:spcPct val="90000"/>
              </a:lnSpc>
              <a:spcBef>
                <a:spcPts val="1800"/>
              </a:spcBef>
              <a:buNone/>
              <a:tabLst>
                <a:tab algn="l" pos="0"/>
              </a:tabLst>
            </a:pPr>
            <a:r>
              <a:rPr b="0" lang="en-US" sz="2300" strike="noStrike" u="none">
                <a:solidFill>
                  <a:schemeClr val="accent1"/>
                </a:solidFill>
                <a:effectLst/>
                <a:uFillTx/>
                <a:latin typeface="Tw Cen MT"/>
              </a:rPr>
              <a:t>Click to edit Master text styles</a:t>
            </a:r>
            <a:endParaRPr b="0" lang="en-IN" sz="2300" strike="noStrike" u="none">
              <a:solidFill>
                <a:srgbClr val="000000"/>
              </a:solidFill>
              <a:effectLst/>
              <a:uFillTx/>
              <a:latin typeface="Arial"/>
            </a:endParaRPr>
          </a:p>
        </p:txBody>
      </p:sp>
      <p:sp>
        <p:nvSpPr>
          <p:cNvPr id="67" name="PlaceHolder 5"/>
          <p:cNvSpPr>
            <a:spLocks noGrp="1"/>
          </p:cNvSpPr>
          <p:nvPr>
            <p:ph type="body"/>
          </p:nvPr>
        </p:nvSpPr>
        <p:spPr>
          <a:xfrm>
            <a:off x="5990760" y="2967840"/>
            <a:ext cx="4754160" cy="334080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b="0" lang="en-US" sz="2200" strike="noStrike" u="none">
                <a:solidFill>
                  <a:schemeClr val="dk1"/>
                </a:solidFill>
                <a:effectLst/>
                <a:uFillTx/>
                <a:latin typeface="Tw Cen MT"/>
              </a:rPr>
              <a:t>Click to edit Master text styles</a:t>
            </a:r>
            <a:endParaRPr b="0" lang="en-IN" sz="2200" strike="noStrike" u="none">
              <a:solidFill>
                <a:srgbClr val="000000"/>
              </a:solidFill>
              <a:effectLst/>
              <a:uFillTx/>
              <a:latin typeface="Arial"/>
            </a:endParaRPr>
          </a:p>
          <a:p>
            <a:pPr lvl="1" marL="265320" indent="-137160" defTabSz="914400">
              <a:lnSpc>
                <a:spcPct val="90000"/>
              </a:lnSpc>
              <a:spcBef>
                <a:spcPts val="201"/>
              </a:spcBef>
              <a:spcAft>
                <a:spcPts val="400"/>
              </a:spcAft>
              <a:buClr>
                <a:srgbClr val="1cade4"/>
              </a:buClr>
              <a:buFont typeface="Wingdings 3" charset="2"/>
              <a:buChar char=""/>
            </a:pPr>
            <a:r>
              <a:rPr b="0" lang="en-US" sz="1800" strike="noStrike" u="none">
                <a:solidFill>
                  <a:schemeClr val="dk1"/>
                </a:solidFill>
                <a:effectLst/>
                <a:uFillTx/>
                <a:latin typeface="Tw Cen MT"/>
              </a:rPr>
              <a:t>Second level</a:t>
            </a:r>
            <a:endParaRPr b="0" lang="en-IN" sz="1800" strike="noStrike" u="none">
              <a:solidFill>
                <a:srgbClr val="000000"/>
              </a:solidFill>
              <a:effectLst/>
              <a:uFillTx/>
              <a:latin typeface="Arial"/>
            </a:endParaRPr>
          </a:p>
          <a:p>
            <a:pPr lvl="2" marL="44820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Third level</a:t>
            </a:r>
            <a:endParaRPr b="0" lang="en-IN" sz="1400" strike="noStrike" u="none">
              <a:solidFill>
                <a:srgbClr val="000000"/>
              </a:solidFill>
              <a:effectLst/>
              <a:uFillTx/>
              <a:latin typeface="Arial"/>
            </a:endParaRPr>
          </a:p>
          <a:p>
            <a:pPr lvl="3" marL="59436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Fourth level</a:t>
            </a:r>
            <a:endParaRPr b="0" lang="en-IN" sz="1400" strike="noStrike" u="none">
              <a:solidFill>
                <a:srgbClr val="000000"/>
              </a:solidFill>
              <a:effectLst/>
              <a:uFillTx/>
              <a:latin typeface="Arial"/>
            </a:endParaRPr>
          </a:p>
          <a:p>
            <a:pPr lvl="4" marL="77724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Fifth level</a:t>
            </a:r>
            <a:endParaRPr b="0" lang="en-IN" sz="1400" strike="noStrike" u="none">
              <a:solidFill>
                <a:srgbClr val="000000"/>
              </a:solidFill>
              <a:effectLst/>
              <a:uFillTx/>
              <a:latin typeface="Arial"/>
            </a:endParaRPr>
          </a:p>
        </p:txBody>
      </p:sp>
      <p:sp>
        <p:nvSpPr>
          <p:cNvPr id="68" name="PlaceHolder 6"/>
          <p:cNvSpPr>
            <a:spLocks noGrp="1"/>
          </p:cNvSpPr>
          <p:nvPr>
            <p:ph type="dt" idx="28"/>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69" name="PlaceHolder 7"/>
          <p:cNvSpPr>
            <a:spLocks noGrp="1"/>
          </p:cNvSpPr>
          <p:nvPr>
            <p:ph type="ftr" idx="29"/>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70" name="PlaceHolder 8"/>
          <p:cNvSpPr>
            <a:spLocks noGrp="1"/>
          </p:cNvSpPr>
          <p:nvPr>
            <p:ph type="sldNum" idx="30"/>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829E9A65-5689-4971-806F-15EC326E4B0A}"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71" name="Straight Connector 6"/>
          <p:cNvCxnSpPr/>
          <p:nvPr/>
        </p:nvCxnSpPr>
        <p:spPr>
          <a:xfrm flipV="1">
            <a:off x="761760" y="826200"/>
            <a:ext cx="720" cy="915120"/>
          </a:xfrm>
          <a:prstGeom prst="straightConnector1">
            <a:avLst/>
          </a:prstGeom>
          <a:ln w="19050">
            <a:solidFill>
              <a:srgbClr val="1cade4"/>
            </a:solidFill>
            <a:round/>
          </a:ln>
        </p:spPr>
      </p:cxnSp>
      <p:sp>
        <p:nvSpPr>
          <p:cNvPr id="72" name="PlaceHolder 1"/>
          <p:cNvSpPr>
            <a:spLocks noGrp="1"/>
          </p:cNvSpPr>
          <p:nvPr>
            <p:ph type="title"/>
          </p:nvPr>
        </p:nvSpPr>
        <p:spPr>
          <a:xfrm>
            <a:off x="1024200" y="585360"/>
            <a:ext cx="9719280" cy="1499040"/>
          </a:xfrm>
          <a:prstGeom prst="rect">
            <a:avLst/>
          </a:prstGeom>
          <a:noFill/>
          <a:ln w="0">
            <a:noFill/>
          </a:ln>
        </p:spPr>
        <p:txBody>
          <a:bodyPr lIns="91440" rIns="91440" tIns="45720" bIns="45720" anchor="ctr">
            <a:noAutofit/>
          </a:bodyPr>
          <a:p>
            <a:pPr indent="0" defTabSz="914400">
              <a:lnSpc>
                <a:spcPct val="80000"/>
              </a:lnSpc>
              <a:buNone/>
              <a:tabLst>
                <a:tab algn="l" pos="0"/>
              </a:tabLst>
            </a:pPr>
            <a:r>
              <a:rPr b="0" lang="en-US" sz="5000" spc="99" strike="noStrike" u="none" cap="all">
                <a:solidFill>
                  <a:schemeClr val="dk1">
                    <a:lumMod val="95000"/>
                    <a:lumOff val="5000"/>
                  </a:schemeClr>
                </a:solidFill>
                <a:effectLst/>
                <a:uFillTx/>
                <a:latin typeface="Tw Cen MT Condensed"/>
              </a:rPr>
              <a:t>Click to edit Master title style</a:t>
            </a:r>
            <a:endParaRPr b="0" lang="en-IN" sz="5000" strike="noStrike" u="none">
              <a:solidFill>
                <a:srgbClr val="000000"/>
              </a:solidFill>
              <a:effectLst/>
              <a:uFillTx/>
              <a:latin typeface="Arial"/>
            </a:endParaRPr>
          </a:p>
        </p:txBody>
      </p:sp>
      <p:sp>
        <p:nvSpPr>
          <p:cNvPr id="73" name="PlaceHolder 2"/>
          <p:cNvSpPr>
            <a:spLocks noGrp="1"/>
          </p:cNvSpPr>
          <p:nvPr>
            <p:ph type="dt" idx="31"/>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74" name="PlaceHolder 3"/>
          <p:cNvSpPr>
            <a:spLocks noGrp="1"/>
          </p:cNvSpPr>
          <p:nvPr>
            <p:ph type="ftr" idx="32"/>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75" name="PlaceHolder 4"/>
          <p:cNvSpPr>
            <a:spLocks noGrp="1"/>
          </p:cNvSpPr>
          <p:nvPr>
            <p:ph type="sldNum" idx="33"/>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32EBD532-C43E-40D6-894B-54E0AF66D6DA}"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slideLayout" Target="../slideLayouts/slideLayout7.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7.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png"/><Relationship Id="rId3" Type="http://schemas.openxmlformats.org/officeDocument/2006/relationships/slideLayout" Target="../slideLayouts/slideLayout7.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Rectangle 27">
            <a:extLst>
              <a:ext uri="{C183D7F6-B498-43B3-948B-1728B52AA6E4}">
                <adec:decorative xmlns:adec="http://schemas.microsoft.com/office/drawing/2017/decorative" val="1"/>
              </a:ext>
            </a:extLst>
          </p:cNvPr>
          <p:cNvSpPr/>
          <p:nvPr/>
        </p:nvSpPr>
        <p:spPr>
          <a:xfrm>
            <a:off x="-10080" y="0"/>
            <a:ext cx="4069080" cy="68572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77" name="PlaceHolder 1"/>
          <p:cNvSpPr>
            <a:spLocks noGrp="1"/>
          </p:cNvSpPr>
          <p:nvPr>
            <p:ph type="title"/>
          </p:nvPr>
        </p:nvSpPr>
        <p:spPr>
          <a:xfrm>
            <a:off x="309960" y="640080"/>
            <a:ext cx="3429000" cy="561240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rgbClr val="ffffff"/>
                </a:solidFill>
                <a:effectLst/>
                <a:uFillTx/>
                <a:latin typeface="Tw Cen MT Condensed"/>
              </a:rPr>
              <a:t>C Programming Project Presentation</a:t>
            </a:r>
            <a:endParaRPr b="0" lang="en-IN" sz="5000" strike="noStrike" u="none">
              <a:solidFill>
                <a:srgbClr val="000000"/>
              </a:solidFill>
              <a:effectLst/>
              <a:uFillTx/>
              <a:latin typeface="Arial"/>
            </a:endParaRPr>
          </a:p>
        </p:txBody>
      </p:sp>
      <p:sp>
        <p:nvSpPr>
          <p:cNvPr id="78" name="PlaceHolder 2"/>
          <p:cNvSpPr>
            <a:spLocks noGrp="1"/>
          </p:cNvSpPr>
          <p:nvPr>
            <p:ph/>
          </p:nvPr>
        </p:nvSpPr>
        <p:spPr>
          <a:xfrm>
            <a:off x="4699800" y="2106360"/>
            <a:ext cx="7171560" cy="3744360"/>
          </a:xfrm>
          <a:prstGeom prst="rect">
            <a:avLst/>
          </a:prstGeom>
          <a:noFill/>
          <a:ln w="0">
            <a:noFill/>
          </a:ln>
        </p:spPr>
        <p:txBody>
          <a:bodyPr lIns="45720" rIns="45720" tIns="45720" bIns="45720" anchor="t">
            <a:normAutofit fontScale="92500" lnSpcReduction="9999"/>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1800" strike="noStrike" u="none">
                <a:solidFill>
                  <a:schemeClr val="dk1"/>
                </a:solidFill>
                <a:effectLst/>
                <a:uFillTx/>
                <a:latin typeface="Tw Cen MT"/>
              </a:rPr>
              <a:t>Project Title: String Utility Box</a:t>
            </a:r>
            <a:endParaRPr b="0" lang="en-IN" sz="18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1800" strike="noStrike" u="none">
                <a:solidFill>
                  <a:schemeClr val="dk1"/>
                </a:solidFill>
                <a:effectLst/>
                <a:uFillTx/>
                <a:latin typeface="Tw Cen MT"/>
              </a:rPr>
              <a:t>Course: Mini Project</a:t>
            </a:r>
            <a:endParaRPr b="0" lang="en-IN" sz="18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1800" strike="noStrike" u="none">
                <a:solidFill>
                  <a:schemeClr val="dk1"/>
                </a:solidFill>
                <a:effectLst/>
                <a:uFillTx/>
                <a:latin typeface="Tw Cen MT"/>
              </a:rPr>
              <a:t>Student Name &amp; Roll No: 1)Janarthanan.M.S-25bcs121</a:t>
            </a:r>
            <a:endParaRPr b="0" lang="en-IN" sz="18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1800" strike="noStrike" u="none">
                <a:solidFill>
                  <a:schemeClr val="dk1"/>
                </a:solidFill>
                <a:effectLst/>
                <a:uFillTx/>
                <a:latin typeface="Tw Cen MT"/>
              </a:rPr>
              <a:t>                                     2)Janavathsha.B.V-25bcs122</a:t>
            </a:r>
            <a:endParaRPr b="0" lang="en-IN" sz="18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1800" strike="noStrike" u="none">
                <a:solidFill>
                  <a:schemeClr val="dk1"/>
                </a:solidFill>
                <a:effectLst/>
                <a:uFillTx/>
                <a:latin typeface="Tw Cen MT"/>
              </a:rPr>
              <a:t>                                     3)Joy Priya.R-25bcs123</a:t>
            </a:r>
            <a:endParaRPr b="0" lang="en-IN" sz="18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1800" strike="noStrike" u="none">
                <a:solidFill>
                  <a:schemeClr val="dk1"/>
                </a:solidFill>
                <a:effectLst/>
                <a:uFillTx/>
                <a:latin typeface="Tw Cen MT"/>
              </a:rPr>
              <a:t>                                     4)Karthiga Devi.D-25bcs124</a:t>
            </a:r>
            <a:endParaRPr b="0" lang="en-IN" sz="18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1800" strike="noStrike" u="none">
                <a:solidFill>
                  <a:schemeClr val="dk1"/>
                </a:solidFill>
                <a:effectLst/>
                <a:uFillTx/>
                <a:latin typeface="Tw Cen MT"/>
              </a:rPr>
              <a:t>                                     5)Kashini.K-25bcs125</a:t>
            </a:r>
            <a:endParaRPr b="0" lang="en-IN" sz="18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1800" strike="noStrike" u="none">
                <a:solidFill>
                  <a:schemeClr val="dk1"/>
                </a:solidFill>
                <a:effectLst/>
                <a:uFillTx/>
                <a:latin typeface="Tw Cen MT"/>
              </a:rPr>
              <a:t>Department: Computer Science</a:t>
            </a:r>
            <a:endParaRPr b="0" lang="en-IN" sz="18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1800" strike="noStrike" u="none">
                <a:solidFill>
                  <a:schemeClr val="dk1"/>
                </a:solidFill>
                <a:effectLst/>
                <a:uFillTx/>
                <a:latin typeface="Tw Cen MT"/>
              </a:rPr>
              <a:t>Mentor / Guide: [Name &amp; Designation]</a:t>
            </a:r>
            <a:endParaRPr b="0" lang="en-IN" sz="1800" strike="noStrike" u="none">
              <a:solidFill>
                <a:srgbClr val="000000"/>
              </a:solidFill>
              <a:effectLst/>
              <a:uFillTx/>
              <a:latin typeface="Arial"/>
            </a:endParaRPr>
          </a:p>
        </p:txBody>
      </p:sp>
      <p:pic>
        <p:nvPicPr>
          <p:cNvPr id="79" name="Picture 5" descr="A blue and red logo&#10;&#10;AI-generated content may be incorrect."/>
          <p:cNvPicPr/>
          <p:nvPr/>
        </p:nvPicPr>
        <p:blipFill>
          <a:blip r:embed="rId1"/>
          <a:stretch/>
        </p:blipFill>
        <p:spPr>
          <a:xfrm>
            <a:off x="4699800" y="233280"/>
            <a:ext cx="6743160" cy="168516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Rectangle 7">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81" name="Rectangle 9">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82"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rgbClr val="ffffff"/>
                </a:solidFill>
                <a:effectLst/>
                <a:uFillTx/>
                <a:latin typeface="Tw Cen MT Condensed"/>
              </a:rPr>
              <a:t>Introduction</a:t>
            </a:r>
            <a:endParaRPr b="0" lang="en-IN" sz="5000" strike="noStrike" u="none">
              <a:solidFill>
                <a:srgbClr val="000000"/>
              </a:solidFill>
              <a:effectLst/>
              <a:uFillTx/>
              <a:latin typeface="Arial"/>
            </a:endParaRPr>
          </a:p>
        </p:txBody>
      </p:sp>
      <p:sp>
        <p:nvSpPr>
          <p:cNvPr id="83" name="Rectangle 11">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84" name="Straight Connector 13">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85" name="PlaceHolder 2"/>
          <p:cNvSpPr>
            <a:spLocks noGrp="1"/>
          </p:cNvSpPr>
          <p:nvPr>
            <p:ph/>
          </p:nvPr>
        </p:nvSpPr>
        <p:spPr>
          <a:xfrm>
            <a:off x="3469320" y="2489040"/>
            <a:ext cx="7922520" cy="355392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800" strike="noStrike" u="none">
                <a:solidFill>
                  <a:srgbClr val="ffffff"/>
                </a:solidFill>
                <a:effectLst/>
                <a:uFillTx/>
                <a:latin typeface="Tw Cen MT"/>
              </a:rPr>
              <a:t>The String Utility Box is a tool designed to perform various string operations such as counting characters, reversing text, changing case, and checking palindromes. It was developed to simplify the common and time-consuming tasks of string manipulation often required in programming and data analysis. By providing multiple string functions in one place, the project helps users process text efficiently, save time, and improve accuracy in real-world applications.</a:t>
            </a:r>
            <a:endParaRPr b="0" lang="en-IN" sz="18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US" sz="1800" strike="noStrike" u="none">
                <a:solidFill>
                  <a:srgbClr val="ffffff"/>
                </a:solidFill>
                <a:effectLst/>
                <a:uFillTx/>
                <a:latin typeface="Tw Cen MT"/>
              </a:rPr>
              <a:t> </a:t>
            </a:r>
            <a:endParaRPr b="0" lang="en-IN" sz="1800" strike="noStrike" u="none">
              <a:solidFill>
                <a:srgbClr val="000000"/>
              </a:solidFill>
              <a:effectLst/>
              <a:uFillTx/>
              <a:latin typeface="Arial"/>
            </a:endParaRPr>
          </a:p>
        </p:txBody>
      </p:sp>
      <p:pic>
        <p:nvPicPr>
          <p:cNvPr id="86" name="Picture 6"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87"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Rectangle 7">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89" name="Rectangle 9">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90"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rgbClr val="ffffff"/>
                </a:solidFill>
                <a:effectLst/>
                <a:uFillTx/>
                <a:latin typeface="Tw Cen MT Condensed"/>
              </a:rPr>
              <a:t>Objective</a:t>
            </a:r>
            <a:endParaRPr b="0" lang="en-IN" sz="5000" strike="noStrike" u="none">
              <a:solidFill>
                <a:srgbClr val="000000"/>
              </a:solidFill>
              <a:effectLst/>
              <a:uFillTx/>
              <a:latin typeface="Arial"/>
            </a:endParaRPr>
          </a:p>
        </p:txBody>
      </p:sp>
      <p:sp>
        <p:nvSpPr>
          <p:cNvPr id="91" name="Rectangle 11">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92" name="Straight Connector 13">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93" name="PlaceHolder 2"/>
          <p:cNvSpPr>
            <a:spLocks noGrp="1"/>
          </p:cNvSpPr>
          <p:nvPr>
            <p:ph/>
          </p:nvPr>
        </p:nvSpPr>
        <p:spPr>
          <a:xfrm>
            <a:off x="3469320" y="2489040"/>
            <a:ext cx="7922520" cy="355392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800" strike="noStrike" u="none">
                <a:solidFill>
                  <a:srgbClr val="ffffff"/>
                </a:solidFill>
                <a:effectLst/>
                <a:uFillTx/>
                <a:latin typeface="Tw Cen MT"/>
              </a:rPr>
              <a:t>The main objective of the String Utility Box project is to design and implement a C-based program that automates various string manipulation tasks. It aims to apply core programming logic and modular design principles to create an efficient, user-friendly tool for handling text operations. Additionally, the project seeks to demonstrate problem-solving and analytical skills by developing practical solutions for common string processing challenges.</a:t>
            </a:r>
            <a:endParaRPr b="0" lang="en-IN" sz="18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US" sz="1800" strike="noStrike" u="none">
                <a:solidFill>
                  <a:srgbClr val="ffffff"/>
                </a:solidFill>
                <a:effectLst/>
                <a:uFillTx/>
                <a:latin typeface="Tw Cen MT"/>
              </a:rPr>
              <a:t> </a:t>
            </a:r>
            <a:endParaRPr b="0" lang="en-IN" sz="1800" strike="noStrike" u="none">
              <a:solidFill>
                <a:srgbClr val="000000"/>
              </a:solidFill>
              <a:effectLst/>
              <a:uFillTx/>
              <a:latin typeface="Arial"/>
            </a:endParaRPr>
          </a:p>
        </p:txBody>
      </p:sp>
      <p:pic>
        <p:nvPicPr>
          <p:cNvPr id="94"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95"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Rectangle 7">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97" name="Rectangle 9">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98"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rgbClr val="ffffff"/>
                </a:solidFill>
                <a:effectLst/>
                <a:uFillTx/>
                <a:latin typeface="Tw Cen MT Condensed"/>
              </a:rPr>
              <a:t>Problem Statement</a:t>
            </a:r>
            <a:endParaRPr b="0" lang="en-IN" sz="5000" strike="noStrike" u="none">
              <a:solidFill>
                <a:srgbClr val="000000"/>
              </a:solidFill>
              <a:effectLst/>
              <a:uFillTx/>
              <a:latin typeface="Arial"/>
            </a:endParaRPr>
          </a:p>
        </p:txBody>
      </p:sp>
      <p:sp>
        <p:nvSpPr>
          <p:cNvPr id="99" name="Rectangle 11">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00" name="Straight Connector 13">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01" name="PlaceHolder 2"/>
          <p:cNvSpPr>
            <a:spLocks noGrp="1"/>
          </p:cNvSpPr>
          <p:nvPr>
            <p:ph/>
          </p:nvPr>
        </p:nvSpPr>
        <p:spPr>
          <a:xfrm>
            <a:off x="3469320" y="2489040"/>
            <a:ext cx="7922520" cy="355392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1800" strike="noStrike" u="none">
                <a:solidFill>
                  <a:srgbClr val="ffffff"/>
                </a:solidFill>
                <a:effectLst/>
                <a:uFillTx/>
                <a:latin typeface="Tw Cen MT"/>
              </a:rPr>
              <a:t>Describe the current issue or gap in existing systems</a:t>
            </a:r>
            <a:endParaRPr b="0" lang="en-IN" sz="18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1800" strike="noStrike" u="none">
                <a:solidFill>
                  <a:srgbClr val="ffffff"/>
                </a:solidFill>
                <a:effectLst/>
                <a:uFillTx/>
                <a:latin typeface="Tw Cen MT"/>
              </a:rPr>
              <a:t>Identify limitations or inefficiencies</a:t>
            </a:r>
            <a:endParaRPr b="0" lang="en-IN" sz="1800" strike="noStrike" u="non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b="0" lang="en-US" sz="1800" strike="noStrike" u="none">
                <a:solidFill>
                  <a:srgbClr val="ffffff"/>
                </a:solidFill>
                <a:effectLst/>
                <a:uFillTx/>
                <a:latin typeface="Tw Cen MT"/>
              </a:rPr>
              <a:t>Define how your project aims to address these challenges</a:t>
            </a:r>
            <a:endParaRPr b="0" lang="en-IN" sz="1800" strike="noStrike" u="none">
              <a:solidFill>
                <a:srgbClr val="000000"/>
              </a:solidFill>
              <a:effectLst/>
              <a:uFillTx/>
              <a:latin typeface="Arial"/>
            </a:endParaRPr>
          </a:p>
        </p:txBody>
      </p:sp>
      <p:pic>
        <p:nvPicPr>
          <p:cNvPr id="102"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03"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Rectangle 7">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05" name="Rectangle 9">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06"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rgbClr val="ffffff"/>
                </a:solidFill>
                <a:effectLst/>
                <a:uFillTx/>
                <a:latin typeface="Tw Cen MT Condensed"/>
              </a:rPr>
              <a:t>System Requirements</a:t>
            </a:r>
            <a:endParaRPr b="0" lang="en-IN" sz="5000" strike="noStrike" u="none">
              <a:solidFill>
                <a:srgbClr val="000000"/>
              </a:solidFill>
              <a:effectLst/>
              <a:uFillTx/>
              <a:latin typeface="Arial"/>
            </a:endParaRPr>
          </a:p>
        </p:txBody>
      </p:sp>
      <p:sp>
        <p:nvSpPr>
          <p:cNvPr id="107" name="Rectangle 11">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08" name="Straight Connector 13">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09" name="PlaceHolder 2"/>
          <p:cNvSpPr>
            <a:spLocks noGrp="1"/>
          </p:cNvSpPr>
          <p:nvPr>
            <p:ph/>
          </p:nvPr>
        </p:nvSpPr>
        <p:spPr>
          <a:xfrm>
            <a:off x="3469320" y="2489040"/>
            <a:ext cx="7922520" cy="3553920"/>
          </a:xfrm>
          <a:prstGeom prst="rect">
            <a:avLst/>
          </a:prstGeom>
          <a:noFill/>
          <a:ln w="0">
            <a:noFill/>
          </a:ln>
        </p:spPr>
        <p:txBody>
          <a:bodyPr lIns="45720" rIns="45720" tIns="45720" bIns="45720" anchor="t">
            <a:normAutofit fontScale="92500" lnSpcReduction="9999"/>
          </a:bodyPr>
          <a:p>
            <a:pPr indent="0" defTabSz="914400">
              <a:lnSpc>
                <a:spcPct val="90000"/>
              </a:lnSpc>
              <a:spcBef>
                <a:spcPts val="1199"/>
              </a:spcBef>
              <a:spcAft>
                <a:spcPts val="201"/>
              </a:spcAft>
              <a:buNone/>
              <a:tabLst>
                <a:tab algn="l" pos="0"/>
              </a:tabLst>
            </a:pPr>
            <a:r>
              <a:rPr b="1" lang="en-IN" sz="1500" strike="noStrike" u="none">
                <a:solidFill>
                  <a:srgbClr val="ffffff"/>
                </a:solidFill>
                <a:effectLst/>
                <a:uFillTx/>
                <a:latin typeface="Tw Cen MT"/>
              </a:rPr>
              <a:t>Hardware Requirements:</a:t>
            </a:r>
            <a:endParaRPr b="0" lang="en-IN" sz="15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r>
              <a:rPr b="0" lang="en-IN" sz="1500" strike="noStrike" u="none">
                <a:solidFill>
                  <a:srgbClr val="ffffff"/>
                </a:solidFill>
                <a:effectLst/>
                <a:uFillTx/>
                <a:latin typeface="Tw Cen MT"/>
              </a:rPr>
              <a:t>  1)Processor: Intel Core i3 or higher</a:t>
            </a:r>
            <a:endParaRPr b="0" lang="en-IN" sz="15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r>
              <a:rPr b="0" lang="en-IN" sz="1500" strike="noStrike" u="none">
                <a:solidFill>
                  <a:srgbClr val="ffffff"/>
                </a:solidFill>
                <a:effectLst/>
                <a:uFillTx/>
                <a:latin typeface="Tw Cen MT"/>
              </a:rPr>
              <a:t>  2)RAM: Minimum 4 GB</a:t>
            </a:r>
            <a:endParaRPr b="0" lang="en-IN" sz="15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r>
              <a:rPr b="0" lang="en-IN" sz="1500" strike="noStrike" u="none">
                <a:solidFill>
                  <a:srgbClr val="ffffff"/>
                </a:solidFill>
                <a:effectLst/>
                <a:uFillTx/>
                <a:latin typeface="Tw Cen MT"/>
              </a:rPr>
              <a:t>  3)Storage: At least 500 MB of free space</a:t>
            </a:r>
            <a:endParaRPr b="0" lang="en-IN" sz="15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r>
              <a:rPr b="1" lang="en-IN" sz="1500" strike="noStrike" u="none">
                <a:solidFill>
                  <a:srgbClr val="ffffff"/>
                </a:solidFill>
                <a:effectLst/>
                <a:uFillTx/>
                <a:latin typeface="Tw Cen MT"/>
              </a:rPr>
              <a:t>Software Requirements:</a:t>
            </a:r>
            <a:endParaRPr b="0" lang="en-IN" sz="15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IN" sz="1500" strike="noStrike" u="none">
                <a:solidFill>
                  <a:srgbClr val="ffffff"/>
                </a:solidFill>
                <a:effectLst/>
                <a:uFillTx/>
                <a:latin typeface="Tw Cen MT"/>
              </a:rPr>
              <a:t>1)Operating System: Windows or Linux</a:t>
            </a:r>
            <a:endParaRPr b="0" lang="en-IN" sz="15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IN" sz="1500" strike="noStrike" u="none">
                <a:solidFill>
                  <a:srgbClr val="ffffff"/>
                </a:solidFill>
                <a:effectLst/>
                <a:uFillTx/>
                <a:latin typeface="Tw Cen MT"/>
              </a:rPr>
              <a:t>2)Compiler/IDE: GCC, Turbo C, Code::Blocks, or Dev C++</a:t>
            </a:r>
            <a:endParaRPr b="0" lang="en-IN" sz="15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IN" sz="1500" strike="noStrike" u="none">
                <a:solidFill>
                  <a:srgbClr val="ffffff"/>
                </a:solidFill>
                <a:effectLst/>
                <a:uFillTx/>
                <a:latin typeface="Tw Cen MT"/>
              </a:rPr>
              <a:t> </a:t>
            </a:r>
            <a:endParaRPr b="0" lang="en-IN" sz="15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IN" sz="1500" strike="noStrike" u="none">
                <a:solidFill>
                  <a:srgbClr val="ffffff"/>
                </a:solidFill>
                <a:effectLst/>
                <a:uFillTx/>
                <a:latin typeface="Tw Cen MT"/>
              </a:rPr>
              <a:t> </a:t>
            </a:r>
            <a:endParaRPr b="0" lang="en-IN" sz="1500" strike="noStrike" u="none">
              <a:solidFill>
                <a:srgbClr val="000000"/>
              </a:solidFill>
              <a:effectLst/>
              <a:uFillTx/>
              <a:latin typeface="Arial"/>
            </a:endParaRPr>
          </a:p>
        </p:txBody>
      </p:sp>
      <p:pic>
        <p:nvPicPr>
          <p:cNvPr id="110"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11"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Rectangle 4">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13" name="Rectangle 5">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14"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rgbClr val="ffffff"/>
                </a:solidFill>
                <a:effectLst/>
                <a:uFillTx/>
                <a:latin typeface="Tw Cen MT Condensed"/>
              </a:rPr>
              <a:t>System Design</a:t>
            </a:r>
            <a:endParaRPr b="0" lang="en-IN" sz="5000" strike="noStrike" u="none">
              <a:solidFill>
                <a:srgbClr val="000000"/>
              </a:solidFill>
              <a:effectLst/>
              <a:uFillTx/>
              <a:latin typeface="Arial"/>
            </a:endParaRPr>
          </a:p>
        </p:txBody>
      </p:sp>
      <p:sp>
        <p:nvSpPr>
          <p:cNvPr id="115" name="Rectangle 6">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16" name="Straight Connector 8">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17" name="PlaceHolder 2"/>
          <p:cNvSpPr>
            <a:spLocks noGrp="1"/>
          </p:cNvSpPr>
          <p:nvPr>
            <p:ph/>
          </p:nvPr>
        </p:nvSpPr>
        <p:spPr>
          <a:xfrm>
            <a:off x="3469320" y="2489040"/>
            <a:ext cx="7922520" cy="355392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800" strike="noStrike" u="none">
                <a:solidFill>
                  <a:srgbClr val="ffffff"/>
                </a:solidFill>
                <a:effectLst/>
                <a:uFillTx/>
                <a:latin typeface="Tw Cen MT"/>
              </a:rPr>
              <a:t>The String Utility Box follows a simple modular structure divided into three main parts: Input, Processing, and Output. </a:t>
            </a:r>
            <a:endParaRPr b="0" lang="en-IN" sz="1800" strike="noStrike" u="none">
              <a:solidFill>
                <a:srgbClr val="000000"/>
              </a:solidFill>
              <a:effectLst/>
              <a:uFillTx/>
              <a:latin typeface="Arial"/>
            </a:endParaRPr>
          </a:p>
        </p:txBody>
      </p:sp>
      <p:pic>
        <p:nvPicPr>
          <p:cNvPr id="118"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19"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Rectangle 4">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21" name="Rectangle 5">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22"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rgbClr val="ffffff"/>
                </a:solidFill>
                <a:effectLst/>
                <a:uFillTx/>
                <a:latin typeface="Tw Cen MT Condensed"/>
              </a:rPr>
              <a:t>Module Description</a:t>
            </a:r>
            <a:endParaRPr b="0" lang="en-IN" sz="5000" strike="noStrike" u="none">
              <a:solidFill>
                <a:srgbClr val="000000"/>
              </a:solidFill>
              <a:effectLst/>
              <a:uFillTx/>
              <a:latin typeface="Arial"/>
            </a:endParaRPr>
          </a:p>
        </p:txBody>
      </p:sp>
      <p:sp>
        <p:nvSpPr>
          <p:cNvPr id="123" name="Rectangle 6">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24" name="Straight Connector 8">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25" name="PlaceHolder 2"/>
          <p:cNvSpPr>
            <a:spLocks noGrp="1"/>
          </p:cNvSpPr>
          <p:nvPr>
            <p:ph/>
          </p:nvPr>
        </p:nvSpPr>
        <p:spPr>
          <a:xfrm>
            <a:off x="3469320" y="2489040"/>
            <a:ext cx="7922520" cy="355392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0" defTabSz="914400">
              <a:lnSpc>
                <a:spcPct val="90000"/>
              </a:lnSpc>
              <a:spcBef>
                <a:spcPts val="1199"/>
              </a:spcBef>
              <a:spcAft>
                <a:spcPts val="201"/>
              </a:spcAft>
              <a:buNone/>
              <a:tabLst>
                <a:tab algn="l" pos="0"/>
              </a:tabLst>
            </a:pPr>
            <a:r>
              <a:rPr b="0" lang="en-US" sz="1800" strike="noStrike" u="none">
                <a:solidFill>
                  <a:srgbClr val="ffffff"/>
                </a:solidFill>
                <a:effectLst/>
                <a:uFillTx/>
                <a:latin typeface="Tw Cen MT"/>
              </a:rPr>
              <a:t> </a:t>
            </a:r>
            <a:endParaRPr b="0" lang="en-IN" sz="1800" strike="noStrike" u="none">
              <a:solidFill>
                <a:srgbClr val="000000"/>
              </a:solidFill>
              <a:effectLst/>
              <a:uFillTx/>
              <a:latin typeface="Arial"/>
            </a:endParaRPr>
          </a:p>
        </p:txBody>
      </p:sp>
      <p:pic>
        <p:nvPicPr>
          <p:cNvPr id="126"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27"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
        <p:nvSpPr>
          <p:cNvPr id="128" name=""/>
          <p:cNvSpPr/>
          <p:nvPr/>
        </p:nvSpPr>
        <p:spPr>
          <a:xfrm>
            <a:off x="4041360" y="2592000"/>
            <a:ext cx="6578640" cy="33476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IN" sz="1500" strike="noStrike" u="none">
                <a:solidFill>
                  <a:srgbClr val="ffffff"/>
                </a:solidFill>
                <a:effectLst/>
                <a:uFillTx/>
                <a:latin typeface="Arial"/>
              </a:rPr>
              <a:t>1. Input Module:Takes user input such as the string and the selected operation (e.g., count characters, reverse, check palindrome).</a:t>
            </a:r>
            <a:endParaRPr b="0" lang="en-IN" sz="1500" strike="noStrike" u="none">
              <a:solidFill>
                <a:srgbClr val="000000"/>
              </a:solidFill>
              <a:effectLst/>
              <a:uFillTx/>
              <a:latin typeface="Arial"/>
            </a:endParaRPr>
          </a:p>
          <a:p>
            <a:pPr>
              <a:lnSpc>
                <a:spcPct val="100000"/>
              </a:lnSpc>
            </a:pPr>
            <a:r>
              <a:rPr b="0" lang="en-IN" sz="1500" strike="noStrike" u="none">
                <a:solidFill>
                  <a:srgbClr val="ffffff"/>
                </a:solidFill>
                <a:effectLst/>
                <a:uFillTx/>
                <a:latin typeface="Arial"/>
              </a:rPr>
              <a:t>2. Processing Module:Performs the required string operation using logic or functions based on user selection.</a:t>
            </a:r>
            <a:endParaRPr b="0" lang="en-IN" sz="1500" strike="noStrike" u="none">
              <a:solidFill>
                <a:srgbClr val="000000"/>
              </a:solidFill>
              <a:effectLst/>
              <a:uFillTx/>
              <a:latin typeface="Arial"/>
            </a:endParaRPr>
          </a:p>
          <a:p>
            <a:pPr>
              <a:lnSpc>
                <a:spcPct val="100000"/>
              </a:lnSpc>
            </a:pPr>
            <a:r>
              <a:rPr b="0" lang="en-IN" sz="1500" strike="noStrike" u="none">
                <a:solidFill>
                  <a:srgbClr val="ffffff"/>
                </a:solidFill>
                <a:effectLst/>
                <a:uFillTx/>
                <a:latin typeface="Arial"/>
              </a:rPr>
              <a:t>3. Output Module:Displays the result of the operation to the user on the screen.</a:t>
            </a:r>
            <a:endParaRPr b="0" lang="en-IN" sz="1500" strike="noStrike" u="none">
              <a:solidFill>
                <a:srgbClr val="000000"/>
              </a:solidFill>
              <a:effectLst/>
              <a:uFillTx/>
              <a:latin typeface="Arial"/>
            </a:endParaRPr>
          </a:p>
          <a:p>
            <a:pPr>
              <a:lnSpc>
                <a:spcPct val="100000"/>
              </a:lnSpc>
            </a:pPr>
            <a:r>
              <a:rPr b="0" lang="en-IN" sz="1500" strike="noStrike" u="none">
                <a:solidFill>
                  <a:srgbClr val="ffffff"/>
                </a:solidFill>
                <a:effectLst/>
                <a:uFillTx/>
                <a:latin typeface="Arial"/>
              </a:rPr>
              <a:t>4. File Handling Module:Saves processed data or results into a file and allows retrieval of previous operations when needed.</a:t>
            </a:r>
            <a:endParaRPr b="0" lang="en-IN" sz="1500" strike="noStrike" u="none">
              <a:solidFill>
                <a:srgbClr val="000000"/>
              </a:solidFill>
              <a:effectLst/>
              <a:uFillTx/>
              <a:latin typeface="Arial"/>
            </a:endParaRPr>
          </a:p>
          <a:p>
            <a:pPr>
              <a:lnSpc>
                <a:spcPct val="100000"/>
              </a:lnSpc>
            </a:pPr>
            <a:endParaRPr b="0" lang="en-IN" sz="15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Rectangle 4">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30" name="Rectangle 5">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31"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rgbClr val="ffffff"/>
                </a:solidFill>
                <a:effectLst/>
                <a:uFillTx/>
                <a:latin typeface="Tw Cen MT Condensed"/>
              </a:rPr>
              <a:t>Algorithm / Flowchart</a:t>
            </a:r>
            <a:endParaRPr b="0" lang="en-IN" sz="5000" strike="noStrike" u="none">
              <a:solidFill>
                <a:srgbClr val="000000"/>
              </a:solidFill>
              <a:effectLst/>
              <a:uFillTx/>
              <a:latin typeface="Arial"/>
            </a:endParaRPr>
          </a:p>
        </p:txBody>
      </p:sp>
      <p:sp>
        <p:nvSpPr>
          <p:cNvPr id="132" name="Rectangle 6">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33" name="Straight Connector 8">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34" name="PlaceHolder 2"/>
          <p:cNvSpPr>
            <a:spLocks noGrp="1"/>
          </p:cNvSpPr>
          <p:nvPr>
            <p:ph/>
          </p:nvPr>
        </p:nvSpPr>
        <p:spPr>
          <a:xfrm>
            <a:off x="3469320" y="2489040"/>
            <a:ext cx="7922520" cy="355392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US" sz="1000" strike="noStrike" u="none">
                <a:solidFill>
                  <a:srgbClr val="ffffff"/>
                </a:solidFill>
                <a:effectLst/>
                <a:uFillTx/>
                <a:latin typeface="Tw Cen MT"/>
              </a:rPr>
              <a:t> </a:t>
            </a:r>
            <a:endParaRPr b="0" lang="en-IN" sz="10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US" sz="1000" strike="noStrike" u="none">
                <a:solidFill>
                  <a:srgbClr val="ffffff"/>
                </a:solidFill>
                <a:effectLst/>
                <a:uFillTx/>
                <a:latin typeface="Tw Cen MT"/>
              </a:rPr>
              <a:t> </a:t>
            </a:r>
            <a:endParaRPr b="0" lang="en-IN" sz="1000" strike="noStrike" u="none">
              <a:solidFill>
                <a:srgbClr val="000000"/>
              </a:solidFill>
              <a:effectLst/>
              <a:uFillTx/>
              <a:latin typeface="Arial"/>
            </a:endParaRPr>
          </a:p>
        </p:txBody>
      </p:sp>
      <p:pic>
        <p:nvPicPr>
          <p:cNvPr id="135"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36"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pic>
        <p:nvPicPr>
          <p:cNvPr id="137" name="" descr=""/>
          <p:cNvPicPr/>
          <p:nvPr/>
        </p:nvPicPr>
        <p:blipFill>
          <a:blip r:embed="rId2"/>
          <a:stretch/>
        </p:blipFill>
        <p:spPr>
          <a:xfrm>
            <a:off x="4680360" y="2287440"/>
            <a:ext cx="3779640" cy="375516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Rectangle 4">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39" name="Rectangle 5">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40"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rgbClr val="ffffff"/>
                </a:solidFill>
                <a:effectLst/>
                <a:uFillTx/>
                <a:latin typeface="Tw Cen MT Condensed"/>
              </a:rPr>
              <a:t>Implementation</a:t>
            </a:r>
            <a:endParaRPr b="0" lang="en-IN" sz="5000" strike="noStrike" u="none">
              <a:solidFill>
                <a:srgbClr val="000000"/>
              </a:solidFill>
              <a:effectLst/>
              <a:uFillTx/>
              <a:latin typeface="Arial"/>
            </a:endParaRPr>
          </a:p>
        </p:txBody>
      </p:sp>
      <p:sp>
        <p:nvSpPr>
          <p:cNvPr id="141" name="Rectangle 6">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42" name="Straight Connector 8">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43" name="PlaceHolder 2"/>
          <p:cNvSpPr>
            <a:spLocks noGrp="1"/>
          </p:cNvSpPr>
          <p:nvPr>
            <p:ph/>
          </p:nvPr>
        </p:nvSpPr>
        <p:spPr>
          <a:xfrm>
            <a:off x="3469320" y="2489040"/>
            <a:ext cx="7922520" cy="355392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0" defTabSz="914400">
              <a:lnSpc>
                <a:spcPct val="90000"/>
              </a:lnSpc>
              <a:spcBef>
                <a:spcPts val="1199"/>
              </a:spcBef>
              <a:spcAft>
                <a:spcPts val="201"/>
              </a:spcAft>
              <a:buNone/>
              <a:tabLst>
                <a:tab algn="l" pos="0"/>
              </a:tabLst>
            </a:pPr>
            <a:r>
              <a:rPr b="0" lang="en-US" sz="1800" strike="noStrike" u="none">
                <a:solidFill>
                  <a:srgbClr val="ffffff"/>
                </a:solidFill>
                <a:effectLst/>
                <a:uFillTx/>
                <a:latin typeface="Tw Cen MT"/>
              </a:rPr>
              <a:t> </a:t>
            </a:r>
            <a:endParaRPr b="0" lang="en-IN" sz="1800" strike="noStrike" u="none">
              <a:solidFill>
                <a:srgbClr val="000000"/>
              </a:solidFill>
              <a:effectLst/>
              <a:uFillTx/>
              <a:latin typeface="Arial"/>
            </a:endParaRPr>
          </a:p>
        </p:txBody>
      </p:sp>
      <p:pic>
        <p:nvPicPr>
          <p:cNvPr id="144"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45"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pic>
        <p:nvPicPr>
          <p:cNvPr id="146" name="" descr=""/>
          <p:cNvPicPr/>
          <p:nvPr/>
        </p:nvPicPr>
        <p:blipFill>
          <a:blip r:embed="rId2"/>
          <a:stretch/>
        </p:blipFill>
        <p:spPr>
          <a:xfrm>
            <a:off x="3960000" y="2520000"/>
            <a:ext cx="7199640" cy="335988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Rectangle 7">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48" name="Rectangle 9">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49"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rgbClr val="ffffff"/>
                </a:solidFill>
                <a:effectLst/>
                <a:uFillTx/>
                <a:latin typeface="Tw Cen MT Condensed"/>
              </a:rPr>
              <a:t>Output Screens</a:t>
            </a:r>
            <a:endParaRPr b="0" lang="en-IN" sz="5000" strike="noStrike" u="none">
              <a:solidFill>
                <a:srgbClr val="000000"/>
              </a:solidFill>
              <a:effectLst/>
              <a:uFillTx/>
              <a:latin typeface="Arial"/>
            </a:endParaRPr>
          </a:p>
        </p:txBody>
      </p:sp>
      <p:sp>
        <p:nvSpPr>
          <p:cNvPr id="150" name="Rectangle 11">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51" name="Straight Connector 13">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52" name="PlaceHolder 2"/>
          <p:cNvSpPr>
            <a:spLocks noGrp="1"/>
          </p:cNvSpPr>
          <p:nvPr>
            <p:ph/>
          </p:nvPr>
        </p:nvSpPr>
        <p:spPr>
          <a:xfrm>
            <a:off x="3469320" y="2489040"/>
            <a:ext cx="7922520" cy="355392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0" defTabSz="914400">
              <a:lnSpc>
                <a:spcPct val="90000"/>
              </a:lnSpc>
              <a:spcBef>
                <a:spcPts val="1199"/>
              </a:spcBef>
              <a:spcAft>
                <a:spcPts val="201"/>
              </a:spcAft>
              <a:buNone/>
              <a:tabLst>
                <a:tab algn="l" pos="0"/>
              </a:tabLst>
            </a:pPr>
            <a:r>
              <a:rPr b="0" lang="en-US" sz="1800" strike="noStrike" u="none">
                <a:solidFill>
                  <a:srgbClr val="ffffff"/>
                </a:solidFill>
                <a:effectLst/>
                <a:uFillTx/>
                <a:latin typeface="Tw Cen MT"/>
              </a:rPr>
              <a:t> </a:t>
            </a:r>
            <a:endParaRPr b="0" lang="en-IN" sz="1800" strike="noStrike" u="none">
              <a:solidFill>
                <a:srgbClr val="000000"/>
              </a:solidFill>
              <a:effectLst/>
              <a:uFillTx/>
              <a:latin typeface="Arial"/>
            </a:endParaRPr>
          </a:p>
        </p:txBody>
      </p:sp>
      <p:pic>
        <p:nvPicPr>
          <p:cNvPr id="153"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54"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pic>
        <p:nvPicPr>
          <p:cNvPr id="155" name="" descr=""/>
          <p:cNvPicPr/>
          <p:nvPr/>
        </p:nvPicPr>
        <p:blipFill>
          <a:blip r:embed="rId2"/>
          <a:stretch/>
        </p:blipFill>
        <p:spPr>
          <a:xfrm>
            <a:off x="3780000" y="1943640"/>
            <a:ext cx="7199640" cy="399600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Rectangle 7">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57" name="Rectangle 9">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58"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rgbClr val="ffffff"/>
                </a:solidFill>
                <a:effectLst/>
                <a:uFillTx/>
                <a:latin typeface="Tw Cen MT Condensed"/>
              </a:rPr>
              <a:t>Results &amp; Discussion</a:t>
            </a:r>
            <a:endParaRPr b="0" lang="en-IN" sz="5000" strike="noStrike" u="none">
              <a:solidFill>
                <a:srgbClr val="000000"/>
              </a:solidFill>
              <a:effectLst/>
              <a:uFillTx/>
              <a:latin typeface="Arial"/>
            </a:endParaRPr>
          </a:p>
        </p:txBody>
      </p:sp>
      <p:sp>
        <p:nvSpPr>
          <p:cNvPr id="159" name="Rectangle 11">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60" name="Straight Connector 13">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61" name="PlaceHolder 2"/>
          <p:cNvSpPr>
            <a:spLocks noGrp="1"/>
          </p:cNvSpPr>
          <p:nvPr>
            <p:ph/>
          </p:nvPr>
        </p:nvSpPr>
        <p:spPr>
          <a:xfrm>
            <a:off x="3469320" y="2489040"/>
            <a:ext cx="7922520" cy="355392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800" strike="noStrike" u="none">
                <a:solidFill>
                  <a:srgbClr val="ffffff"/>
                </a:solidFill>
                <a:effectLst/>
                <a:uFillTx/>
                <a:latin typeface="Tw Cen MT"/>
              </a:rPr>
              <a:t>The String Utility Box produced accurate outputs for all string operations such as counting characters, reversing text, and checking palindromes. The results matched the expected outcomes, showing high accuracy and fast performance. Challenges like handling spaces in strings and file errors were resolved using fgets() for input and proper file handling checks, ensuring smooth and reliable execution.</a:t>
            </a:r>
            <a:endParaRPr b="0" lang="en-IN" sz="18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US" sz="1800" strike="noStrike" u="none">
                <a:solidFill>
                  <a:srgbClr val="ffffff"/>
                </a:solidFill>
                <a:effectLst/>
                <a:uFillTx/>
                <a:latin typeface="Tw Cen MT"/>
              </a:rPr>
              <a:t> </a:t>
            </a:r>
            <a:endParaRPr b="0" lang="en-IN" sz="1800" strike="noStrike" u="none">
              <a:solidFill>
                <a:srgbClr val="000000"/>
              </a:solidFill>
              <a:effectLst/>
              <a:uFillTx/>
              <a:latin typeface="Arial"/>
            </a:endParaRPr>
          </a:p>
        </p:txBody>
      </p:sp>
      <p:pic>
        <p:nvPicPr>
          <p:cNvPr id="162"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63"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Rectangle 4">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65" name="Rectangle 5">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66"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rgbClr val="ffffff"/>
                </a:solidFill>
                <a:effectLst/>
                <a:uFillTx/>
                <a:latin typeface="Tw Cen MT Condensed"/>
              </a:rPr>
              <a:t>Conclusion &amp; Future Enhancement</a:t>
            </a:r>
            <a:endParaRPr b="0" lang="en-IN" sz="5000" strike="noStrike" u="none">
              <a:solidFill>
                <a:srgbClr val="000000"/>
              </a:solidFill>
              <a:effectLst/>
              <a:uFillTx/>
              <a:latin typeface="Arial"/>
            </a:endParaRPr>
          </a:p>
        </p:txBody>
      </p:sp>
      <p:sp>
        <p:nvSpPr>
          <p:cNvPr id="167" name="Rectangle 6">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68" name="Straight Connector 8">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69" name="PlaceHolder 2"/>
          <p:cNvSpPr>
            <a:spLocks noGrp="1"/>
          </p:cNvSpPr>
          <p:nvPr>
            <p:ph/>
          </p:nvPr>
        </p:nvSpPr>
        <p:spPr>
          <a:xfrm>
            <a:off x="3469320" y="2489040"/>
            <a:ext cx="7922520" cy="355392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b="0" lang="en-IN" sz="15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500" strike="noStrike" u="none">
                <a:solidFill>
                  <a:srgbClr val="ffffff"/>
                </a:solidFill>
                <a:effectLst/>
                <a:uFillTx/>
                <a:latin typeface="Tw Cen MT"/>
              </a:rPr>
              <a:t>Conclusion:</a:t>
            </a:r>
            <a:endParaRPr b="0" lang="en-IN" sz="15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500" strike="noStrike" u="none">
                <a:solidFill>
                  <a:srgbClr val="ffffff"/>
                </a:solidFill>
                <a:effectLst/>
                <a:uFillTx/>
                <a:latin typeface="Tw Cen MT"/>
              </a:rPr>
              <a:t>The String Utility Box met its goals by automating string operations and improving understanding of C programming and system design.</a:t>
            </a:r>
            <a:endParaRPr b="0" lang="en-IN" sz="15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500" strike="noStrike" u="none">
                <a:solidFill>
                  <a:srgbClr val="ffffff"/>
                </a:solidFill>
                <a:effectLst/>
                <a:uFillTx/>
                <a:latin typeface="Tw Cen MT"/>
              </a:rPr>
              <a:t>Future Enhancements:</a:t>
            </a:r>
            <a:endParaRPr b="0" lang="en-IN" sz="15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500" strike="noStrike" u="none">
                <a:solidFill>
                  <a:srgbClr val="ffffff"/>
                </a:solidFill>
                <a:effectLst/>
                <a:uFillTx/>
                <a:latin typeface="Tw Cen MT"/>
              </a:rPr>
              <a:t>Future improvements include adding a GUI, integrating a database, and expanding features for better scalability.</a:t>
            </a:r>
            <a:endParaRPr b="0" lang="en-IN" sz="15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US" sz="1500" strike="noStrike" u="none">
                <a:solidFill>
                  <a:srgbClr val="ffffff"/>
                </a:solidFill>
                <a:effectLst/>
                <a:uFillTx/>
                <a:latin typeface="Tw Cen MT"/>
              </a:rPr>
              <a:t> </a:t>
            </a:r>
            <a:endParaRPr b="0" lang="en-IN" sz="1500" strike="noStrike" u="none">
              <a:solidFill>
                <a:srgbClr val="000000"/>
              </a:solidFill>
              <a:effectLst/>
              <a:uFillTx/>
              <a:latin typeface="Arial"/>
            </a:endParaRPr>
          </a:p>
        </p:txBody>
      </p:sp>
      <p:pic>
        <p:nvPicPr>
          <p:cNvPr id="170"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71"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Rectangle 4">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73" name="Rectangle 5">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74"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rgbClr val="ffffff"/>
                </a:solidFill>
                <a:effectLst/>
                <a:uFillTx/>
                <a:latin typeface="Tw Cen MT Condensed"/>
              </a:rPr>
              <a:t>References / Acknowledgement</a:t>
            </a:r>
            <a:endParaRPr b="0" lang="en-IN" sz="5000" strike="noStrike" u="none">
              <a:solidFill>
                <a:srgbClr val="000000"/>
              </a:solidFill>
              <a:effectLst/>
              <a:uFillTx/>
              <a:latin typeface="Arial"/>
            </a:endParaRPr>
          </a:p>
        </p:txBody>
      </p:sp>
      <p:sp>
        <p:nvSpPr>
          <p:cNvPr id="175" name="Rectangle 6">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76" name="Straight Connector 8">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77" name="PlaceHolder 2"/>
          <p:cNvSpPr>
            <a:spLocks noGrp="1"/>
          </p:cNvSpPr>
          <p:nvPr>
            <p:ph/>
          </p:nvPr>
        </p:nvSpPr>
        <p:spPr>
          <a:xfrm>
            <a:off x="3469320" y="2489040"/>
            <a:ext cx="7922520" cy="3553920"/>
          </a:xfrm>
          <a:prstGeom prst="rect">
            <a:avLst/>
          </a:prstGeom>
          <a:noFill/>
          <a:ln w="0">
            <a:noFill/>
          </a:ln>
        </p:spPr>
        <p:txBody>
          <a:bodyPr lIns="45720" rIns="45720" tIns="45720" bIns="45720" anchor="t">
            <a:normAutofit fontScale="85000" lnSpcReduction="19999"/>
          </a:bodyPr>
          <a:p>
            <a:pPr indent="0" defTabSz="914400">
              <a:lnSpc>
                <a:spcPct val="90000"/>
              </a:lnSpc>
              <a:spcBef>
                <a:spcPts val="1191"/>
              </a:spcBef>
              <a:spcAft>
                <a:spcPts val="992"/>
              </a:spcAft>
              <a:buNone/>
              <a:tabLst>
                <a:tab algn="l" pos="0"/>
              </a:tabLst>
            </a:pPr>
            <a:r>
              <a:rPr b="0" lang="en-US" sz="2200" strike="noStrike" u="none">
                <a:solidFill>
                  <a:srgbClr val="ffffff"/>
                </a:solidFill>
                <a:effectLst/>
                <a:uFillTx/>
                <a:latin typeface="Tw Cen MT"/>
              </a:rPr>
              <a:t>References:</a:t>
            </a:r>
            <a:endParaRPr b="0" lang="en-IN" sz="22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r>
              <a:rPr b="0" lang="en-US" sz="2200" strike="noStrike" u="none">
                <a:solidFill>
                  <a:srgbClr val="ffffff"/>
                </a:solidFill>
                <a:effectLst/>
                <a:uFillTx/>
                <a:latin typeface="Tw Cen MT"/>
              </a:rPr>
              <a:t>Let Us C – Yashavant Kanetkar</a:t>
            </a:r>
            <a:endParaRPr b="0" lang="en-IN" sz="22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r>
              <a:rPr b="0" lang="en-US" sz="2200" strike="noStrike" u="none">
                <a:solidFill>
                  <a:srgbClr val="ffffff"/>
                </a:solidFill>
                <a:effectLst/>
                <a:uFillTx/>
                <a:latin typeface="Tw Cen MT"/>
              </a:rPr>
              <a:t>C Programming – E. Balagurusamy</a:t>
            </a:r>
            <a:endParaRPr b="0" lang="en-IN" sz="22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r>
              <a:rPr b="0" lang="en-US" sz="2200" strike="noStrike" u="none">
                <a:solidFill>
                  <a:srgbClr val="ffffff"/>
                </a:solidFill>
                <a:effectLst/>
                <a:uFillTx/>
                <a:latin typeface="Tw Cen MT"/>
              </a:rPr>
              <a:t>Online C resources</a:t>
            </a:r>
            <a:endParaRPr b="0" lang="en-IN" sz="22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r>
              <a:rPr b="0" lang="en-US" sz="2200" strike="noStrike" u="none">
                <a:solidFill>
                  <a:srgbClr val="ffffff"/>
                </a:solidFill>
                <a:effectLst/>
                <a:uFillTx/>
                <a:latin typeface="Tw Cen MT"/>
              </a:rPr>
              <a:t>Acknowledgement:</a:t>
            </a:r>
            <a:endParaRPr b="0" lang="en-IN" sz="22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r>
              <a:rPr b="0" lang="en-US" sz="2200" strike="noStrike" u="none">
                <a:solidFill>
                  <a:srgbClr val="ffffff"/>
                </a:solidFill>
                <a:effectLst/>
                <a:uFillTx/>
                <a:latin typeface="Tw Cen MT"/>
              </a:rPr>
              <a:t>Grateful to my mentor, department, and team members for their guidance and support in completing the String Utility Box project.</a:t>
            </a:r>
            <a:endParaRPr b="0" lang="en-IN" sz="2200" strike="noStrike" u="none">
              <a:solidFill>
                <a:srgbClr val="000000"/>
              </a:solidFill>
              <a:effectLst/>
              <a:uFillTx/>
              <a:latin typeface="Arial"/>
            </a:endParaRPr>
          </a:p>
          <a:p>
            <a:pPr indent="0" defTabSz="914400">
              <a:lnSpc>
                <a:spcPct val="90000"/>
              </a:lnSpc>
              <a:spcBef>
                <a:spcPts val="1191"/>
              </a:spcBef>
              <a:spcAft>
                <a:spcPts val="992"/>
              </a:spcAft>
              <a:buNone/>
              <a:tabLst>
                <a:tab algn="l" pos="0"/>
              </a:tabLst>
            </a:pPr>
            <a:endParaRPr b="0" lang="en-IN" sz="2200" strike="noStrike" u="non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b="0" lang="en-US" sz="1800" strike="noStrike" u="none">
                <a:solidFill>
                  <a:srgbClr val="ffffff"/>
                </a:solidFill>
                <a:effectLst/>
                <a:uFillTx/>
                <a:latin typeface="Tw Cen MT"/>
              </a:rPr>
              <a:t> </a:t>
            </a:r>
            <a:endParaRPr b="0" lang="en-IN" sz="1800" strike="noStrike" u="none">
              <a:solidFill>
                <a:srgbClr val="000000"/>
              </a:solidFill>
              <a:effectLst/>
              <a:uFillTx/>
              <a:latin typeface="Arial"/>
            </a:endParaRPr>
          </a:p>
        </p:txBody>
      </p:sp>
      <p:pic>
        <p:nvPicPr>
          <p:cNvPr id="178"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79"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b="0" lang="en-IN" sz="2000" spc="99" strike="noStrike" u="none" cap="all">
                <a:solidFill>
                  <a:srgbClr val="ffffff"/>
                </a:solidFill>
                <a:effectLst/>
                <a:uFillTx/>
                <a:latin typeface="Tw Cen MT Condensed"/>
              </a:rPr>
              <a:t>C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Rectangle 4">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81" name="Rectangle 5">
            <a:extLst>
              <a:ext uri="{C183D7F6-B498-43B3-948B-1728B52AA6E4}">
                <adec:decorative xmlns:adec="http://schemas.microsoft.com/office/drawing/2017/decorative" val="1"/>
              </a:ext>
            </a:extLst>
          </p:cNvPr>
          <p:cNvSpPr/>
          <p:nvPr/>
        </p:nvSpPr>
        <p:spPr>
          <a:xfrm>
            <a:off x="327600" y="321840"/>
            <a:ext cx="11550600" cy="6213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82" name="PlaceHolder 1"/>
          <p:cNvSpPr>
            <a:spLocks noGrp="1"/>
          </p:cNvSpPr>
          <p:nvPr>
            <p:ph type="title"/>
          </p:nvPr>
        </p:nvSpPr>
        <p:spPr>
          <a:xfrm>
            <a:off x="1024200" y="585360"/>
            <a:ext cx="103291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b="0" lang="en-IN" sz="5000" spc="99" strike="noStrike" u="none" cap="all">
                <a:solidFill>
                  <a:srgbClr val="ffffff"/>
                </a:solidFill>
                <a:effectLst/>
                <a:uFillTx/>
                <a:latin typeface="Tw Cen MT Condensed"/>
              </a:rPr>
              <a:t>Thank You</a:t>
            </a:r>
            <a:endParaRPr b="0" lang="en-IN" sz="5000" strike="noStrike" u="none">
              <a:solidFill>
                <a:srgbClr val="000000"/>
              </a:solidFill>
              <a:effectLst/>
              <a:uFillTx/>
              <a:latin typeface="Arial"/>
            </a:endParaRPr>
          </a:p>
        </p:txBody>
      </p:sp>
      <p:cxnSp>
        <p:nvCxnSpPr>
          <p:cNvPr id="183" name="Straight Connector 11">
            <a:extLst>
              <a:ext uri="{C183D7F6-B498-43B3-948B-1728B52AA6E4}">
                <adec:decorative xmlns:adec="http://schemas.microsoft.com/office/drawing/2017/decorative" val="1"/>
              </a:ext>
            </a:extLst>
          </p:cNvPr>
          <p:cNvCxnSpPr/>
          <p:nvPr/>
        </p:nvCxnSpPr>
        <p:spPr>
          <a:xfrm flipV="1">
            <a:off x="761760" y="826200"/>
            <a:ext cx="720" cy="915120"/>
          </a:xfrm>
          <a:prstGeom prst="straightConnector1">
            <a:avLst/>
          </a:prstGeom>
          <a:ln w="19050">
            <a:solidFill>
              <a:srgbClr val="d2effa"/>
            </a:solidFill>
            <a:round/>
          </a:ln>
        </p:spPr>
      </p:cxnSp>
      <p:sp>
        <p:nvSpPr>
          <p:cNvPr id="184" name="PlaceHolder 2"/>
          <p:cNvSpPr>
            <a:spLocks noGrp="1"/>
          </p:cNvSpPr>
          <p:nvPr>
            <p:ph/>
          </p:nvPr>
        </p:nvSpPr>
        <p:spPr>
          <a:xfrm>
            <a:off x="1024200" y="2286000"/>
            <a:ext cx="10329120" cy="386208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b="0" lang="en-US" sz="1800" strike="noStrike" u="none">
                <a:solidFill>
                  <a:srgbClr val="ffffff"/>
                </a:solidFill>
                <a:effectLst/>
                <a:uFillTx/>
                <a:latin typeface="Tw Cen MT"/>
              </a:rPr>
              <a:t>"Simplifying string operations through logic, learning, and innovation." </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_rels/theme1.xml.rels><?xml version="1.0" encoding="UTF-8"?>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83000"/>
                <a:lumMod val="100000"/>
              </a:schemeClr>
            </a:gs>
            <a:gs pos="100000">
              <a:schemeClr val="phClr">
                <a:tint val="61000"/>
                <a:lumMod val="100000"/>
              </a:schemeClr>
            </a:gs>
          </a:gsLst>
          <a:path path="circle">
            <a:fillToRect l="100000" t="100000" r="100000" b="100000"/>
          </a:path>
          <a:tileRect l="0" t="0" r="0" b="0"/>
        </a:gradFill>
        <a:gradFill>
          <a:gsLst>
            <a:gs pos="0">
              <a:schemeClr val="phClr">
                <a:tint val="100000"/>
                <a:shade val="85000"/>
                <a:lumMod val="100000"/>
              </a:schemeClr>
            </a:gs>
            <a:gs pos="100000">
              <a:schemeClr val="phClr">
                <a:tint val="90000"/>
                <a:shade val="100000"/>
                <a:lumMod val="100000"/>
              </a:schemeClr>
            </a:gs>
          </a:gsLst>
          <a:path path="circle">
            <a:fillToRect l="100000" t="100000" r="100000" b="100000"/>
          </a:path>
          <a:tileRect l="0" t="0" r="0" b="0"/>
        </a:gradFill>
      </a:fillStyleLst>
      <a:lnStyleLst>
        <a:ln w="9525" cap="flat" cmpd="sng" algn="ctr">
          <a:prstDash val="solid"/>
        </a:ln>
        <a:ln w="15875" cap="flat" cmpd="sng" algn="ctr">
          <a:prstDash val="solid"/>
        </a:ln>
        <a:ln w="1905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hade val="85000"/>
          </a:schemeClr>
        </a:solidFill>
        <a:blipFill rotWithShape="1">
          <a:blip r:embed="rId1"/>
          <a:srcRect l="0" t="0" r="0" b="0"/>
          <a:tile tx="0" ty="0" sx="40000" sy="40000" flip="none" algn="tl"/>
        </a:blipFill>
      </a:bgFillStyleLst>
    </a:fmtScheme>
  </a:themeElements>
</a:theme>
</file>

<file path=docProps/app.xml><?xml version="1.0" encoding="utf-8"?>
<Properties xmlns="http://schemas.openxmlformats.org/officeDocument/2006/extended-properties" xmlns:vt="http://schemas.openxmlformats.org/officeDocument/2006/docPropsVTypes">
  <Template>Integral</Template>
  <TotalTime>22</TotalTime>
  <Application>LibreOffice/25.2.6.2$Windows_X86_64 LibreOffice_project/729c5bfe710f5eb71ed3bbde9e06a6065e9c6c5d</Application>
  <AppVersion>15.0000</AppVersion>
  <Words>487</Words>
  <Paragraphs>109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en-IN</dc:language>
  <cp:lastModifiedBy/>
  <dcterms:modified xsi:type="dcterms:W3CDTF">2025-11-08T08:04:45Z</dcterms:modified>
  <cp:revision>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14</vt:i4>
  </property>
</Properties>
</file>